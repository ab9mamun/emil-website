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1164" r:id="rId2"/>
    <p:sldId id="1221" r:id="rId3"/>
    <p:sldId id="1222" r:id="rId4"/>
    <p:sldId id="1223" r:id="rId5"/>
    <p:sldId id="1224" r:id="rId6"/>
    <p:sldId id="1225" r:id="rId7"/>
    <p:sldId id="1226" r:id="rId8"/>
    <p:sldId id="1227" r:id="rId9"/>
    <p:sldId id="1228" r:id="rId10"/>
    <p:sldId id="1229" r:id="rId11"/>
    <p:sldId id="1230" r:id="rId12"/>
    <p:sldId id="1231" r:id="rId13"/>
    <p:sldId id="12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Kim" userId="f3af028d46f0bb00" providerId="LiveId" clId="{1E1C29BC-925D-412A-8126-C21905786C34}"/>
    <pc:docChg chg="undo custSel addSld delSld modSld sldOrd">
      <pc:chgData name="Eric Kim" userId="f3af028d46f0bb00" providerId="LiveId" clId="{1E1C29BC-925D-412A-8126-C21905786C34}" dt="2026-01-14T17:37:46.398" v="8166" actId="20577"/>
      <pc:docMkLst>
        <pc:docMk/>
      </pc:docMkLst>
      <pc:sldChg chg="modSp mod">
        <pc:chgData name="Eric Kim" userId="f3af028d46f0bb00" providerId="LiveId" clId="{1E1C29BC-925D-412A-8126-C21905786C34}" dt="2026-01-14T01:01:03.082" v="109" actId="20577"/>
        <pc:sldMkLst>
          <pc:docMk/>
          <pc:sldMk cId="2955960054" sldId="1164"/>
        </pc:sldMkLst>
        <pc:spChg chg="mod">
          <ac:chgData name="Eric Kim" userId="f3af028d46f0bb00" providerId="LiveId" clId="{1E1C29BC-925D-412A-8126-C21905786C34}" dt="2026-01-14T01:01:03.082" v="109" actId="20577"/>
          <ac:spMkLst>
            <pc:docMk/>
            <pc:sldMk cId="2955960054" sldId="1164"/>
            <ac:spMk id="2" creationId="{86502007-200B-2BD2-9EB0-5EE2A6A353A4}"/>
          </ac:spMkLst>
        </pc:spChg>
      </pc:sldChg>
      <pc:sldChg chg="delSp modSp mod delAnim modAnim">
        <pc:chgData name="Eric Kim" userId="f3af028d46f0bb00" providerId="LiveId" clId="{1E1C29BC-925D-412A-8126-C21905786C34}" dt="2026-01-14T04:24:16.797" v="881" actId="20577"/>
        <pc:sldMkLst>
          <pc:docMk/>
          <pc:sldMk cId="2961856518" sldId="1221"/>
        </pc:sldMkLst>
        <pc:spChg chg="mod">
          <ac:chgData name="Eric Kim" userId="f3af028d46f0bb00" providerId="LiveId" clId="{1E1C29BC-925D-412A-8126-C21905786C34}" dt="2026-01-14T01:02:55.887" v="138" actId="20577"/>
          <ac:spMkLst>
            <pc:docMk/>
            <pc:sldMk cId="2961856518" sldId="1221"/>
            <ac:spMk id="2" creationId="{E7A6C277-AB7B-C2B0-5AD1-FBA2B00B1185}"/>
          </ac:spMkLst>
        </pc:spChg>
        <pc:spChg chg="mod">
          <ac:chgData name="Eric Kim" userId="f3af028d46f0bb00" providerId="LiveId" clId="{1E1C29BC-925D-412A-8126-C21905786C34}" dt="2026-01-14T04:24:16.797" v="881" actId="20577"/>
          <ac:spMkLst>
            <pc:docMk/>
            <pc:sldMk cId="2961856518" sldId="1221"/>
            <ac:spMk id="6" creationId="{D12C8A46-FD83-73BA-180A-606EAA23C58E}"/>
          </ac:spMkLst>
        </pc:spChg>
      </pc:sldChg>
      <pc:sldChg chg="modSp add mod">
        <pc:chgData name="Eric Kim" userId="f3af028d46f0bb00" providerId="LiveId" clId="{1E1C29BC-925D-412A-8126-C21905786C34}" dt="2026-01-14T05:56:59.884" v="1471" actId="113"/>
        <pc:sldMkLst>
          <pc:docMk/>
          <pc:sldMk cId="2613995854" sldId="1222"/>
        </pc:sldMkLst>
        <pc:spChg chg="mod">
          <ac:chgData name="Eric Kim" userId="f3af028d46f0bb00" providerId="LiveId" clId="{1E1C29BC-925D-412A-8126-C21905786C34}" dt="2026-01-14T04:24:41.691" v="905" actId="20577"/>
          <ac:spMkLst>
            <pc:docMk/>
            <pc:sldMk cId="2613995854" sldId="1222"/>
            <ac:spMk id="2" creationId="{67FFA908-B70C-D6B8-88CC-B467E7344ADE}"/>
          </ac:spMkLst>
        </pc:spChg>
        <pc:spChg chg="mod">
          <ac:chgData name="Eric Kim" userId="f3af028d46f0bb00" providerId="LiveId" clId="{1E1C29BC-925D-412A-8126-C21905786C34}" dt="2026-01-14T05:56:59.884" v="1471" actId="113"/>
          <ac:spMkLst>
            <pc:docMk/>
            <pc:sldMk cId="2613995854" sldId="1222"/>
            <ac:spMk id="6" creationId="{AE69EC57-F494-EC6B-3FC2-DF737DB73844}"/>
          </ac:spMkLst>
        </pc:spChg>
      </pc:sldChg>
      <pc:sldChg chg="modSp add mod">
        <pc:chgData name="Eric Kim" userId="f3af028d46f0bb00" providerId="LiveId" clId="{1E1C29BC-925D-412A-8126-C21905786C34}" dt="2026-01-14T05:59:42.149" v="1976" actId="20577"/>
        <pc:sldMkLst>
          <pc:docMk/>
          <pc:sldMk cId="3233707881" sldId="1223"/>
        </pc:sldMkLst>
        <pc:spChg chg="mod">
          <ac:chgData name="Eric Kim" userId="f3af028d46f0bb00" providerId="LiveId" clId="{1E1C29BC-925D-412A-8126-C21905786C34}" dt="2026-01-14T05:56:49.770" v="1470" actId="20577"/>
          <ac:spMkLst>
            <pc:docMk/>
            <pc:sldMk cId="3233707881" sldId="1223"/>
            <ac:spMk id="2" creationId="{9C5DD88A-7DE1-86DB-CDE7-79FB16DA4D5E}"/>
          </ac:spMkLst>
        </pc:spChg>
        <pc:spChg chg="mod">
          <ac:chgData name="Eric Kim" userId="f3af028d46f0bb00" providerId="LiveId" clId="{1E1C29BC-925D-412A-8126-C21905786C34}" dt="2026-01-14T05:59:42.149" v="1976" actId="20577"/>
          <ac:spMkLst>
            <pc:docMk/>
            <pc:sldMk cId="3233707881" sldId="1223"/>
            <ac:spMk id="6" creationId="{990C10CC-C888-1691-CD6B-06CACF19C497}"/>
          </ac:spMkLst>
        </pc:spChg>
      </pc:sldChg>
      <pc:sldChg chg="modSp add mod">
        <pc:chgData name="Eric Kim" userId="f3af028d46f0bb00" providerId="LiveId" clId="{1E1C29BC-925D-412A-8126-C21905786C34}" dt="2026-01-14T06:04:29.857" v="2649" actId="20577"/>
        <pc:sldMkLst>
          <pc:docMk/>
          <pc:sldMk cId="2610431545" sldId="1224"/>
        </pc:sldMkLst>
        <pc:spChg chg="mod">
          <ac:chgData name="Eric Kim" userId="f3af028d46f0bb00" providerId="LiveId" clId="{1E1C29BC-925D-412A-8126-C21905786C34}" dt="2026-01-14T06:00:21.925" v="2015" actId="20577"/>
          <ac:spMkLst>
            <pc:docMk/>
            <pc:sldMk cId="2610431545" sldId="1224"/>
            <ac:spMk id="2" creationId="{236A96EA-A735-F9B0-534A-D6758C45B514}"/>
          </ac:spMkLst>
        </pc:spChg>
        <pc:spChg chg="mod">
          <ac:chgData name="Eric Kim" userId="f3af028d46f0bb00" providerId="LiveId" clId="{1E1C29BC-925D-412A-8126-C21905786C34}" dt="2026-01-14T06:04:29.857" v="2649" actId="20577"/>
          <ac:spMkLst>
            <pc:docMk/>
            <pc:sldMk cId="2610431545" sldId="1224"/>
            <ac:spMk id="6" creationId="{B5CEE7E2-E758-A83B-D89C-5762D538E8F4}"/>
          </ac:spMkLst>
        </pc:spChg>
      </pc:sldChg>
      <pc:sldChg chg="modSp add mod modNotesTx">
        <pc:chgData name="Eric Kim" userId="f3af028d46f0bb00" providerId="LiveId" clId="{1E1C29BC-925D-412A-8126-C21905786C34}" dt="2026-01-14T17:37:46.398" v="8166" actId="20577"/>
        <pc:sldMkLst>
          <pc:docMk/>
          <pc:sldMk cId="3903219413" sldId="1225"/>
        </pc:sldMkLst>
        <pc:spChg chg="mod">
          <ac:chgData name="Eric Kim" userId="f3af028d46f0bb00" providerId="LiveId" clId="{1E1C29BC-925D-412A-8126-C21905786C34}" dt="2026-01-14T06:26:30.247" v="2691" actId="20577"/>
          <ac:spMkLst>
            <pc:docMk/>
            <pc:sldMk cId="3903219413" sldId="1225"/>
            <ac:spMk id="2" creationId="{AD42A8C6-9344-7472-15C2-6A1F1ADBF5CC}"/>
          </ac:spMkLst>
        </pc:spChg>
        <pc:spChg chg="mod">
          <ac:chgData name="Eric Kim" userId="f3af028d46f0bb00" providerId="LiveId" clId="{1E1C29BC-925D-412A-8126-C21905786C34}" dt="2026-01-14T06:30:59.196" v="3259" actId="20577"/>
          <ac:spMkLst>
            <pc:docMk/>
            <pc:sldMk cId="3903219413" sldId="1225"/>
            <ac:spMk id="6" creationId="{C7376BDC-B118-61B4-9000-1773A3D10C23}"/>
          </ac:spMkLst>
        </pc:spChg>
      </pc:sldChg>
      <pc:sldChg chg="modSp add mod">
        <pc:chgData name="Eric Kim" userId="f3af028d46f0bb00" providerId="LiveId" clId="{1E1C29BC-925D-412A-8126-C21905786C34}" dt="2026-01-14T06:39:53.761" v="4209" actId="20577"/>
        <pc:sldMkLst>
          <pc:docMk/>
          <pc:sldMk cId="1921974994" sldId="1226"/>
        </pc:sldMkLst>
        <pc:spChg chg="mod">
          <ac:chgData name="Eric Kim" userId="f3af028d46f0bb00" providerId="LiveId" clId="{1E1C29BC-925D-412A-8126-C21905786C34}" dt="2026-01-14T06:39:53.761" v="4209" actId="20577"/>
          <ac:spMkLst>
            <pc:docMk/>
            <pc:sldMk cId="1921974994" sldId="1226"/>
            <ac:spMk id="2" creationId="{BB593DAF-17AE-09DF-64D3-16037EDEDA6C}"/>
          </ac:spMkLst>
        </pc:spChg>
        <pc:spChg chg="mod">
          <ac:chgData name="Eric Kim" userId="f3af028d46f0bb00" providerId="LiveId" clId="{1E1C29BC-925D-412A-8126-C21905786C34}" dt="2026-01-14T06:39:26.665" v="4155" actId="20577"/>
          <ac:spMkLst>
            <pc:docMk/>
            <pc:sldMk cId="1921974994" sldId="1226"/>
            <ac:spMk id="6" creationId="{233C2C1D-A7F3-77A6-BA06-3506DBA6364E}"/>
          </ac:spMkLst>
        </pc:spChg>
      </pc:sldChg>
      <pc:sldChg chg="modSp add mod">
        <pc:chgData name="Eric Kim" userId="f3af028d46f0bb00" providerId="LiveId" clId="{1E1C29BC-925D-412A-8126-C21905786C34}" dt="2026-01-14T07:10:19.531" v="8145" actId="403"/>
        <pc:sldMkLst>
          <pc:docMk/>
          <pc:sldMk cId="72928179" sldId="1227"/>
        </pc:sldMkLst>
        <pc:spChg chg="mod">
          <ac:chgData name="Eric Kim" userId="f3af028d46f0bb00" providerId="LiveId" clId="{1E1C29BC-925D-412A-8126-C21905786C34}" dt="2026-01-14T06:39:48.367" v="4206" actId="27636"/>
          <ac:spMkLst>
            <pc:docMk/>
            <pc:sldMk cId="72928179" sldId="1227"/>
            <ac:spMk id="2" creationId="{BC8542E9-65E9-CA58-39C7-F5BB1E8D563B}"/>
          </ac:spMkLst>
        </pc:spChg>
        <pc:spChg chg="mod">
          <ac:chgData name="Eric Kim" userId="f3af028d46f0bb00" providerId="LiveId" clId="{1E1C29BC-925D-412A-8126-C21905786C34}" dt="2026-01-14T07:10:19.531" v="8145" actId="403"/>
          <ac:spMkLst>
            <pc:docMk/>
            <pc:sldMk cId="72928179" sldId="1227"/>
            <ac:spMk id="6" creationId="{B48F7B8C-4BB0-374C-8F1F-E771B75D5B3F}"/>
          </ac:spMkLst>
        </pc:spChg>
      </pc:sldChg>
      <pc:sldChg chg="add del">
        <pc:chgData name="Eric Kim" userId="f3af028d46f0bb00" providerId="LiveId" clId="{1E1C29BC-925D-412A-8126-C21905786C34}" dt="2026-01-14T06:38:45.236" v="4135" actId="47"/>
        <pc:sldMkLst>
          <pc:docMk/>
          <pc:sldMk cId="701388849" sldId="1227"/>
        </pc:sldMkLst>
      </pc:sldChg>
      <pc:sldChg chg="add del">
        <pc:chgData name="Eric Kim" userId="f3af028d46f0bb00" providerId="LiveId" clId="{1E1C29BC-925D-412A-8126-C21905786C34}" dt="2026-01-14T06:38:46.065" v="4136" actId="47"/>
        <pc:sldMkLst>
          <pc:docMk/>
          <pc:sldMk cId="2052683517" sldId="1228"/>
        </pc:sldMkLst>
      </pc:sldChg>
      <pc:sldChg chg="addSp modSp add mod">
        <pc:chgData name="Eric Kim" userId="f3af028d46f0bb00" providerId="LiveId" clId="{1E1C29BC-925D-412A-8126-C21905786C34}" dt="2026-01-14T06:47:51.707" v="5245" actId="20577"/>
        <pc:sldMkLst>
          <pc:docMk/>
          <pc:sldMk cId="2153509314" sldId="1228"/>
        </pc:sldMkLst>
        <pc:spChg chg="mod">
          <ac:chgData name="Eric Kim" userId="f3af028d46f0bb00" providerId="LiveId" clId="{1E1C29BC-925D-412A-8126-C21905786C34}" dt="2026-01-14T06:47:51.707" v="5245" actId="20577"/>
          <ac:spMkLst>
            <pc:docMk/>
            <pc:sldMk cId="2153509314" sldId="1228"/>
            <ac:spMk id="2" creationId="{805D6F73-09E9-0F8A-4BC2-DD6013F133AF}"/>
          </ac:spMkLst>
        </pc:spChg>
        <pc:spChg chg="mod">
          <ac:chgData name="Eric Kim" userId="f3af028d46f0bb00" providerId="LiveId" clId="{1E1C29BC-925D-412A-8126-C21905786C34}" dt="2026-01-14T06:47:40.260" v="5236" actId="20577"/>
          <ac:spMkLst>
            <pc:docMk/>
            <pc:sldMk cId="2153509314" sldId="1228"/>
            <ac:spMk id="6" creationId="{C200E941-4BB9-6BBD-816E-906E3647DA3C}"/>
          </ac:spMkLst>
        </pc:spChg>
        <pc:picChg chg="add mod">
          <ac:chgData name="Eric Kim" userId="f3af028d46f0bb00" providerId="LiveId" clId="{1E1C29BC-925D-412A-8126-C21905786C34}" dt="2026-01-14T06:47:23.518" v="5233" actId="14100"/>
          <ac:picMkLst>
            <pc:docMk/>
            <pc:sldMk cId="2153509314" sldId="1228"/>
            <ac:picMk id="5" creationId="{F3C73C6F-ED6F-221B-67B1-C1D47922EBC9}"/>
          </ac:picMkLst>
        </pc:picChg>
      </pc:sldChg>
      <pc:sldChg chg="addSp delSp modSp add mod">
        <pc:chgData name="Eric Kim" userId="f3af028d46f0bb00" providerId="LiveId" clId="{1E1C29BC-925D-412A-8126-C21905786C34}" dt="2026-01-14T06:49:54.383" v="5272" actId="20577"/>
        <pc:sldMkLst>
          <pc:docMk/>
          <pc:sldMk cId="2270176086" sldId="1229"/>
        </pc:sldMkLst>
        <pc:spChg chg="mod">
          <ac:chgData name="Eric Kim" userId="f3af028d46f0bb00" providerId="LiveId" clId="{1E1C29BC-925D-412A-8126-C21905786C34}" dt="2026-01-14T06:48:03.346" v="5252" actId="20577"/>
          <ac:spMkLst>
            <pc:docMk/>
            <pc:sldMk cId="2270176086" sldId="1229"/>
            <ac:spMk id="2" creationId="{8626D63A-B23A-56F8-0A67-F97139271460}"/>
          </ac:spMkLst>
        </pc:spChg>
        <pc:spChg chg="mod">
          <ac:chgData name="Eric Kim" userId="f3af028d46f0bb00" providerId="LiveId" clId="{1E1C29BC-925D-412A-8126-C21905786C34}" dt="2026-01-14T06:49:54.383" v="5272" actId="20577"/>
          <ac:spMkLst>
            <pc:docMk/>
            <pc:sldMk cId="2270176086" sldId="1229"/>
            <ac:spMk id="6" creationId="{26E0EFA0-FE60-CACC-0D03-9C9843B9A583}"/>
          </ac:spMkLst>
        </pc:spChg>
        <pc:picChg chg="del">
          <ac:chgData name="Eric Kim" userId="f3af028d46f0bb00" providerId="LiveId" clId="{1E1C29BC-925D-412A-8126-C21905786C34}" dt="2026-01-14T06:49:32.086" v="5260" actId="478"/>
          <ac:picMkLst>
            <pc:docMk/>
            <pc:sldMk cId="2270176086" sldId="1229"/>
            <ac:picMk id="5" creationId="{407FA187-402E-8611-E36D-CCFC99C8202F}"/>
          </ac:picMkLst>
        </pc:picChg>
        <pc:picChg chg="add mod">
          <ac:chgData name="Eric Kim" userId="f3af028d46f0bb00" providerId="LiveId" clId="{1E1C29BC-925D-412A-8126-C21905786C34}" dt="2026-01-14T06:49:29.424" v="5259" actId="14100"/>
          <ac:picMkLst>
            <pc:docMk/>
            <pc:sldMk cId="2270176086" sldId="1229"/>
            <ac:picMk id="7" creationId="{19716EB3-D3FA-0112-E726-BD9C2D0DED98}"/>
          </ac:picMkLst>
        </pc:picChg>
      </pc:sldChg>
      <pc:sldChg chg="add del">
        <pc:chgData name="Eric Kim" userId="f3af028d46f0bb00" providerId="LiveId" clId="{1E1C29BC-925D-412A-8126-C21905786C34}" dt="2026-01-14T06:38:46.850" v="4137" actId="47"/>
        <pc:sldMkLst>
          <pc:docMk/>
          <pc:sldMk cId="2531353115" sldId="1229"/>
        </pc:sldMkLst>
      </pc:sldChg>
      <pc:sldChg chg="modSp add mod ord">
        <pc:chgData name="Eric Kim" userId="f3af028d46f0bb00" providerId="LiveId" clId="{1E1C29BC-925D-412A-8126-C21905786C34}" dt="2026-01-14T07:10:26.825" v="8147" actId="27636"/>
        <pc:sldMkLst>
          <pc:docMk/>
          <pc:sldMk cId="3481706199" sldId="1230"/>
        </pc:sldMkLst>
        <pc:spChg chg="mod">
          <ac:chgData name="Eric Kim" userId="f3af028d46f0bb00" providerId="LiveId" clId="{1E1C29BC-925D-412A-8126-C21905786C34}" dt="2026-01-14T06:50:24.901" v="5290" actId="20577"/>
          <ac:spMkLst>
            <pc:docMk/>
            <pc:sldMk cId="3481706199" sldId="1230"/>
            <ac:spMk id="2" creationId="{3B124D92-B8F2-E7D5-01BA-32E214D68B93}"/>
          </ac:spMkLst>
        </pc:spChg>
        <pc:spChg chg="mod">
          <ac:chgData name="Eric Kim" userId="f3af028d46f0bb00" providerId="LiveId" clId="{1E1C29BC-925D-412A-8126-C21905786C34}" dt="2026-01-14T07:10:26.825" v="8147" actId="27636"/>
          <ac:spMkLst>
            <pc:docMk/>
            <pc:sldMk cId="3481706199" sldId="1230"/>
            <ac:spMk id="6" creationId="{C7744B18-8E0E-A809-7737-1D4F6A893E93}"/>
          </ac:spMkLst>
        </pc:spChg>
      </pc:sldChg>
      <pc:sldChg chg="modSp add mod">
        <pc:chgData name="Eric Kim" userId="f3af028d46f0bb00" providerId="LiveId" clId="{1E1C29BC-925D-412A-8126-C21905786C34}" dt="2026-01-14T07:07:19.705" v="7608" actId="20577"/>
        <pc:sldMkLst>
          <pc:docMk/>
          <pc:sldMk cId="2061418678" sldId="1231"/>
        </pc:sldMkLst>
        <pc:spChg chg="mod">
          <ac:chgData name="Eric Kim" userId="f3af028d46f0bb00" providerId="LiveId" clId="{1E1C29BC-925D-412A-8126-C21905786C34}" dt="2026-01-14T07:02:15.016" v="6648" actId="404"/>
          <ac:spMkLst>
            <pc:docMk/>
            <pc:sldMk cId="2061418678" sldId="1231"/>
            <ac:spMk id="2" creationId="{5C43C2CC-9195-A5D3-0681-EE08B55BB637}"/>
          </ac:spMkLst>
        </pc:spChg>
        <pc:spChg chg="mod">
          <ac:chgData name="Eric Kim" userId="f3af028d46f0bb00" providerId="LiveId" clId="{1E1C29BC-925D-412A-8126-C21905786C34}" dt="2026-01-14T07:07:19.705" v="7608" actId="20577"/>
          <ac:spMkLst>
            <pc:docMk/>
            <pc:sldMk cId="2061418678" sldId="1231"/>
            <ac:spMk id="6" creationId="{5D88FD61-09D1-E789-32DC-8BB72961BF9E}"/>
          </ac:spMkLst>
        </pc:spChg>
      </pc:sldChg>
      <pc:sldChg chg="modSp add mod">
        <pc:chgData name="Eric Kim" userId="f3af028d46f0bb00" providerId="LiveId" clId="{1E1C29BC-925D-412A-8126-C21905786C34}" dt="2026-01-14T07:10:31.694" v="8148" actId="404"/>
        <pc:sldMkLst>
          <pc:docMk/>
          <pc:sldMk cId="835365018" sldId="1232"/>
        </pc:sldMkLst>
        <pc:spChg chg="mod">
          <ac:chgData name="Eric Kim" userId="f3af028d46f0bb00" providerId="LiveId" clId="{1E1C29BC-925D-412A-8126-C21905786C34}" dt="2026-01-14T07:07:43.977" v="7628" actId="20577"/>
          <ac:spMkLst>
            <pc:docMk/>
            <pc:sldMk cId="835365018" sldId="1232"/>
            <ac:spMk id="2" creationId="{3ED35229-A4F5-A215-CD97-A49B18D21F4B}"/>
          </ac:spMkLst>
        </pc:spChg>
        <pc:spChg chg="mod">
          <ac:chgData name="Eric Kim" userId="f3af028d46f0bb00" providerId="LiveId" clId="{1E1C29BC-925D-412A-8126-C21905786C34}" dt="2026-01-14T07:10:31.694" v="8148" actId="404"/>
          <ac:spMkLst>
            <pc:docMk/>
            <pc:sldMk cId="835365018" sldId="1232"/>
            <ac:spMk id="6" creationId="{DDC0D254-D93A-3E19-B634-15CA5879EE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E4566-0CFC-47D4-8A17-19A8B9F771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DA017-2F44-4592-94D8-18777622A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94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EB9CB0-8DBB-4A5D-B2E4-17BB9D895E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198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Librarians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DA017-2F44-4592-94D8-18777622AE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48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44;g1f688af0ced_0_34">
            <a:extLst>
              <a:ext uri="{FF2B5EF4-FFF2-40B4-BE49-F238E27FC236}">
                <a16:creationId xmlns:a16="http://schemas.microsoft.com/office/drawing/2014/main" id="{441A1850-1F29-F8F9-5615-5BC364EA9028}"/>
              </a:ext>
            </a:extLst>
          </p:cNvPr>
          <p:cNvSpPr txBox="1">
            <a:spLocks/>
          </p:cNvSpPr>
          <p:nvPr userDrawn="1"/>
        </p:nvSpPr>
        <p:spPr>
          <a:xfrm>
            <a:off x="0" y="6378572"/>
            <a:ext cx="12192000" cy="4794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3200"/>
              <a:buFont typeface="Arial"/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828803"/>
            <a:ext cx="10363200" cy="1470025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i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3516" y="4191000"/>
            <a:ext cx="11352249" cy="1905000"/>
          </a:xfr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Authors</a:t>
            </a:r>
          </a:p>
          <a:p>
            <a:r>
              <a:rPr lang="en-US" dirty="0"/>
              <a:t>Affiliations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00803"/>
            <a:ext cx="2844800" cy="36512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A0E76CCD-2E37-464C-97F3-D65E704E281F}" type="datetime1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70400" y="6400803"/>
            <a:ext cx="3860800" cy="36512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16678"/>
            <a:ext cx="2844800" cy="36512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E2B9B1AC-B6A7-6FAE-6D63-0D8C09C290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/>
          <a:stretch/>
        </p:blipFill>
        <p:spPr>
          <a:xfrm>
            <a:off x="353517" y="291059"/>
            <a:ext cx="4092454" cy="1060132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0A65C3CA-26D5-DE20-9949-0F493D4B0C3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50" t="6158" r="21136" b="16891"/>
          <a:stretch/>
        </p:blipFill>
        <p:spPr bwMode="auto">
          <a:xfrm>
            <a:off x="10972800" y="362940"/>
            <a:ext cx="732966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D0B7AA-87BA-7C79-3F66-EFFF4B90AEB7}"/>
              </a:ext>
            </a:extLst>
          </p:cNvPr>
          <p:cNvSpPr txBox="1"/>
          <p:nvPr userDrawn="1"/>
        </p:nvSpPr>
        <p:spPr>
          <a:xfrm>
            <a:off x="8610600" y="352934"/>
            <a:ext cx="2528256" cy="772006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sz="2000" b="1" i="1" cap="small" baseline="0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 sz="2000" b="1" i="1" cap="small" baseline="0" dirty="0"/>
              <a:t>mbedded </a:t>
            </a:r>
            <a:r>
              <a:rPr lang="en-US" sz="2000" b="1" i="1" cap="small" baseline="0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en-US" sz="2000" b="1" i="1" cap="small" baseline="0" dirty="0"/>
              <a:t>achine </a:t>
            </a:r>
          </a:p>
          <a:p>
            <a:pPr>
              <a:spcBef>
                <a:spcPts val="500"/>
              </a:spcBef>
            </a:pPr>
            <a:r>
              <a:rPr lang="en-US" sz="2000" b="1" i="1" cap="small" baseline="0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sz="2000" b="1" i="1" cap="small" baseline="0" dirty="0"/>
              <a:t>ntelligence </a:t>
            </a:r>
            <a:r>
              <a:rPr lang="en-US" sz="2000" b="1" i="1" cap="small" baseline="0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lang="en-US" sz="2000" b="1" i="1" cap="small" baseline="0" dirty="0"/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61511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4;g1f688af0ced_0_34">
            <a:extLst>
              <a:ext uri="{FF2B5EF4-FFF2-40B4-BE49-F238E27FC236}">
                <a16:creationId xmlns:a16="http://schemas.microsoft.com/office/drawing/2014/main" id="{EEA1ACE2-CCF0-DE52-662C-48F0C2434410}"/>
              </a:ext>
            </a:extLst>
          </p:cNvPr>
          <p:cNvSpPr txBox="1">
            <a:spLocks/>
          </p:cNvSpPr>
          <p:nvPr userDrawn="1"/>
        </p:nvSpPr>
        <p:spPr>
          <a:xfrm>
            <a:off x="228600" y="41278"/>
            <a:ext cx="11582400" cy="9417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3200"/>
              <a:buFont typeface="Arial"/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B2C0-5ED3-478B-8D46-2A2B06C4DD17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7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4BAF-3FA4-48E3-AD14-D051253FE824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0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B7ADC-F4D5-47AC-A73A-A98570A8C4B0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88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E225-29D3-42EC-8E8A-F199605A2C2A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44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04C0-76D4-45A8-854F-2D93A077BDB9}" type="datetime1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9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86B3-440D-4AA6-94E9-A4061E7370DF}" type="datetime1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4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4D658-3A6C-4BF7-8923-4859BA852273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0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3B38A-BC6C-43DB-A15A-DE94AE0AAE20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58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4589-0C0C-4ED4-BD89-C69F4BAE30E1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19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C035-D55B-4E2D-AB89-612E68EC87A6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41278"/>
            <a:ext cx="11582400" cy="927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66803"/>
            <a:ext cx="10972800" cy="5059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0BA47-69B8-44FD-8EB4-204BEC5E3CBF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03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isma-statement.org/scop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zotero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new.rayyan.ai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02007-200B-2BD2-9EB0-5EE2A6A35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943537"/>
            <a:ext cx="11646909" cy="1866464"/>
          </a:xfrm>
        </p:spPr>
        <p:txBody>
          <a:bodyPr>
            <a:normAutofit/>
          </a:bodyPr>
          <a:lstStyle/>
          <a:p>
            <a:r>
              <a:rPr lang="en-US" sz="3200" i="0" dirty="0"/>
              <a:t>Topic: Scoping Reviews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4870A-6E84-74F0-C9B3-359F697B9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4038599"/>
            <a:ext cx="9486900" cy="2302205"/>
          </a:xfrm>
        </p:spPr>
        <p:txBody>
          <a:bodyPr>
            <a:noAutofit/>
          </a:bodyPr>
          <a:lstStyle/>
          <a:p>
            <a:pPr algn="ctr"/>
            <a:r>
              <a:rPr lang="en-US" sz="2200" dirty="0"/>
              <a:t>Eric Kim</a:t>
            </a:r>
          </a:p>
          <a:p>
            <a:pPr algn="ctr"/>
            <a:r>
              <a:rPr lang="en-US" sz="2200" dirty="0"/>
              <a:t>Embedded Machine Intelligence Lab (EMIL)</a:t>
            </a:r>
          </a:p>
          <a:p>
            <a:pPr algn="ctr"/>
            <a:r>
              <a:rPr lang="en-US" sz="2200" dirty="0"/>
              <a:t>College of Health Solutions, </a:t>
            </a:r>
            <a:r>
              <a:rPr lang="en-US" sz="2000" dirty="0"/>
              <a:t>Arizona State University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3C231C-77BE-92CE-D4D5-B84E19B523A5}"/>
              </a:ext>
            </a:extLst>
          </p:cNvPr>
          <p:cNvSpPr txBox="1"/>
          <p:nvPr/>
        </p:nvSpPr>
        <p:spPr>
          <a:xfrm>
            <a:off x="-10849" y="5897336"/>
            <a:ext cx="2539083" cy="30777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www.ghasemzadeh.com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28" name="Picture 4" descr="The School of Computing and Augmented Intelligence at Arizona State  University is hiring for 13 open tenure and tenure-track faculty positions  - CRA">
            <a:extLst>
              <a:ext uri="{FF2B5EF4-FFF2-40B4-BE49-F238E27FC236}">
                <a16:creationId xmlns:a16="http://schemas.microsoft.com/office/drawing/2014/main" id="{B786F933-5D5D-1B3C-B989-F10EC88BD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03" b="5427"/>
          <a:stretch>
            <a:fillRect/>
          </a:stretch>
        </p:blipFill>
        <p:spPr bwMode="auto">
          <a:xfrm>
            <a:off x="228598" y="381000"/>
            <a:ext cx="40386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8C207-EBDF-B132-BC73-F69070FD4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29" y="4762935"/>
            <a:ext cx="1197929" cy="119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6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C277-AB7B-C2B0-5AD1-FBA2B00B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scoping review?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459A9-5B93-C1B9-238B-EA8D21A0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2C8A46-FD83-73BA-180A-606EAA23C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b="1" dirty="0"/>
              <a:t>Definition</a:t>
            </a:r>
          </a:p>
          <a:p>
            <a:pPr lvl="1"/>
            <a:r>
              <a:rPr lang="en-US" sz="2000" dirty="0"/>
              <a:t>Type of </a:t>
            </a:r>
            <a:r>
              <a:rPr lang="en-US" sz="2000" u="sng" dirty="0"/>
              <a:t>knowledge synthesis</a:t>
            </a:r>
            <a:r>
              <a:rPr lang="en-US" sz="2000" dirty="0"/>
              <a:t> that follows a systematic approach to </a:t>
            </a:r>
            <a:r>
              <a:rPr lang="en-US" sz="2000" u="sng" dirty="0"/>
              <a:t>map evidence on a topic</a:t>
            </a:r>
            <a:r>
              <a:rPr lang="en-US" sz="2000" dirty="0"/>
              <a:t> and </a:t>
            </a:r>
            <a:r>
              <a:rPr lang="en-US" sz="2000" u="sng" dirty="0"/>
              <a:t>identify main concepts, theories, sources, and knowledge gaps</a:t>
            </a:r>
            <a:r>
              <a:rPr lang="en-US" sz="2000" dirty="0"/>
              <a:t>.</a:t>
            </a:r>
            <a:endParaRPr lang="en-US" sz="2000" u="sng" dirty="0"/>
          </a:p>
          <a:p>
            <a:r>
              <a:rPr lang="en-US" sz="2400" b="1" dirty="0"/>
              <a:t>Purpose</a:t>
            </a:r>
            <a:endParaRPr lang="en-US" sz="2400" dirty="0"/>
          </a:p>
          <a:p>
            <a:pPr lvl="1"/>
            <a:r>
              <a:rPr lang="en-US" sz="2000" dirty="0"/>
              <a:t>Clarify the scope &amp; boundaries of chosen research area</a:t>
            </a:r>
          </a:p>
          <a:p>
            <a:pPr lvl="1"/>
            <a:r>
              <a:rPr lang="en-US" sz="2000" dirty="0"/>
              <a:t>Identifies key concepts, data sources and current methods</a:t>
            </a:r>
          </a:p>
          <a:p>
            <a:pPr lvl="1"/>
            <a:r>
              <a:rPr lang="en-US" sz="2000" dirty="0"/>
              <a:t>Finds gaps that need more research</a:t>
            </a:r>
          </a:p>
          <a:p>
            <a:r>
              <a:rPr lang="en-US" sz="2400" b="1" dirty="0"/>
              <a:t>Focus</a:t>
            </a:r>
          </a:p>
          <a:p>
            <a:pPr lvl="1"/>
            <a:r>
              <a:rPr lang="en-US" sz="2000" dirty="0"/>
              <a:t>Breadth over depth</a:t>
            </a:r>
          </a:p>
          <a:p>
            <a:pPr lvl="1"/>
            <a:r>
              <a:rPr lang="en-US" sz="2000" dirty="0"/>
              <a:t>Coverage over field, not drawing conclusions</a:t>
            </a:r>
          </a:p>
          <a:p>
            <a:pPr lvl="1"/>
            <a:r>
              <a:rPr lang="en-US" sz="2000" dirty="0"/>
              <a:t>Organizing current research, not judging the quality</a:t>
            </a:r>
          </a:p>
          <a:p>
            <a:r>
              <a:rPr lang="en-US" sz="2400" b="1" dirty="0"/>
              <a:t>What it is not</a:t>
            </a:r>
          </a:p>
          <a:p>
            <a:pPr lvl="1"/>
            <a:r>
              <a:rPr lang="en-US" sz="2000" dirty="0"/>
              <a:t>Systematic Review: Critical evaluations of study quality, effectiveness and conclusions</a:t>
            </a:r>
          </a:p>
          <a:p>
            <a:pPr lvl="1"/>
            <a:r>
              <a:rPr lang="en-US" sz="2000" dirty="0"/>
              <a:t>Meta-Analysis: Same as above, but combine numerical results to produce single outcome</a:t>
            </a:r>
          </a:p>
        </p:txBody>
      </p:sp>
    </p:spTree>
    <p:extLst>
      <p:ext uri="{BB962C8B-B14F-4D97-AF65-F5344CB8AC3E}">
        <p14:creationId xmlns:p14="http://schemas.microsoft.com/office/powerpoint/2010/main" val="296185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4364B-1A41-9EC4-9DBC-F53B5C77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A908-B70C-D6B8-88CC-B467E734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a scoping review?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E8DC9-46D1-768D-732D-30A13055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69EC57-F494-EC6B-3FC2-DF737DB73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understand a research area quickly</a:t>
            </a:r>
          </a:p>
          <a:p>
            <a:r>
              <a:rPr lang="en-US" dirty="0"/>
              <a:t>To see what has been studied</a:t>
            </a:r>
          </a:p>
          <a:p>
            <a:pPr lvl="1"/>
            <a:r>
              <a:rPr lang="en-US" dirty="0"/>
              <a:t>Avoid re-invention cases</a:t>
            </a:r>
          </a:p>
          <a:p>
            <a:r>
              <a:rPr lang="en-US" dirty="0"/>
              <a:t>To identify gaps and find where new research is needed</a:t>
            </a:r>
          </a:p>
          <a:p>
            <a:pPr lvl="1"/>
            <a:r>
              <a:rPr lang="en-US" dirty="0"/>
              <a:t>Confirm your idea is novel</a:t>
            </a:r>
          </a:p>
          <a:p>
            <a:r>
              <a:rPr lang="en-US" dirty="0"/>
              <a:t>Clarify and narrow a research question</a:t>
            </a:r>
          </a:p>
          <a:p>
            <a:r>
              <a:rPr lang="en-US" dirty="0"/>
              <a:t>Justify why a new study might be needed</a:t>
            </a:r>
          </a:p>
          <a:p>
            <a:r>
              <a:rPr lang="en-US" dirty="0"/>
              <a:t>Supporting early-stage work</a:t>
            </a:r>
          </a:p>
          <a:p>
            <a:r>
              <a:rPr lang="en-US" dirty="0"/>
              <a:t>Particularly useful when a field is </a:t>
            </a:r>
            <a:r>
              <a:rPr lang="en-US" u="sng" dirty="0"/>
              <a:t>broad</a:t>
            </a:r>
            <a:r>
              <a:rPr lang="en-US" dirty="0"/>
              <a:t>, </a:t>
            </a:r>
            <a:r>
              <a:rPr lang="en-US" u="sng" dirty="0"/>
              <a:t>complex</a:t>
            </a:r>
            <a:r>
              <a:rPr lang="en-US" dirty="0"/>
              <a:t>, or </a:t>
            </a:r>
            <a:r>
              <a:rPr lang="en-US" u="sng" dirty="0"/>
              <a:t>poorly defined</a:t>
            </a:r>
          </a:p>
        </p:txBody>
      </p:sp>
    </p:spTree>
    <p:extLst>
      <p:ext uri="{BB962C8B-B14F-4D97-AF65-F5344CB8AC3E}">
        <p14:creationId xmlns:p14="http://schemas.microsoft.com/office/powerpoint/2010/main" val="2613995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89B0-ABE6-0E60-65D6-DF7D89C23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DD88A-7DE1-86DB-CDE7-79FB16DA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you do a scoping review?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92B9B-E4E6-D0A7-E3C7-E16ADC70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C10CC-C888-1691-CD6B-06CACF19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a research area is broad or poorly defined</a:t>
            </a:r>
          </a:p>
          <a:p>
            <a:r>
              <a:rPr lang="en-US" dirty="0"/>
              <a:t>When you are starting a new project</a:t>
            </a:r>
          </a:p>
          <a:p>
            <a:pPr lvl="1"/>
            <a:r>
              <a:rPr lang="en-US" dirty="0"/>
              <a:t>Especially when you have little to no prior knowledge</a:t>
            </a:r>
          </a:p>
          <a:p>
            <a:r>
              <a:rPr lang="en-US" dirty="0"/>
              <a:t>When studies use different methods or data sources</a:t>
            </a:r>
          </a:p>
          <a:p>
            <a:pPr lvl="1"/>
            <a:r>
              <a:rPr lang="en-US" dirty="0"/>
              <a:t>Can help pin down common methods/data sources</a:t>
            </a:r>
          </a:p>
          <a:p>
            <a:r>
              <a:rPr lang="en-US" dirty="0"/>
              <a:t>When you want to identify gaps in research</a:t>
            </a:r>
          </a:p>
          <a:p>
            <a:r>
              <a:rPr lang="en-US" dirty="0"/>
              <a:t>When you want to justify the direction of future work</a:t>
            </a:r>
          </a:p>
          <a:p>
            <a:r>
              <a:rPr lang="en-US" dirty="0"/>
              <a:t>Best done </a:t>
            </a:r>
            <a:r>
              <a:rPr lang="en-US" u="sng" dirty="0"/>
              <a:t>early</a:t>
            </a:r>
            <a:r>
              <a:rPr lang="en-US" dirty="0"/>
              <a:t> in research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23370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3DA44-983C-6023-2D8E-FF7766C35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96EA-A735-F9B0-534A-D6758C45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Scoping Review vs Other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6E3B-4844-8971-57A3-D80565E3F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CEE7E2-E758-A83B-D89C-5762D538E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Scoping Review</a:t>
            </a:r>
          </a:p>
          <a:p>
            <a:pPr lvl="1"/>
            <a:r>
              <a:rPr lang="en-US" sz="2000" dirty="0"/>
              <a:t>Broad topic</a:t>
            </a:r>
          </a:p>
          <a:p>
            <a:pPr lvl="1"/>
            <a:r>
              <a:rPr lang="en-US" sz="2000" dirty="0"/>
              <a:t>Maps existing vs what is missing</a:t>
            </a:r>
          </a:p>
          <a:p>
            <a:pPr lvl="1"/>
            <a:r>
              <a:rPr lang="en-US" sz="2000" dirty="0"/>
              <a:t>Used to understand a field</a:t>
            </a:r>
          </a:p>
          <a:p>
            <a:r>
              <a:rPr lang="en-US" sz="2400" dirty="0"/>
              <a:t>Systematic Review</a:t>
            </a:r>
          </a:p>
          <a:p>
            <a:pPr lvl="1"/>
            <a:r>
              <a:rPr lang="en-US" sz="2000" dirty="0"/>
              <a:t>Answers a specific research question</a:t>
            </a:r>
          </a:p>
          <a:p>
            <a:pPr lvl="1"/>
            <a:r>
              <a:rPr lang="en-US" sz="2000" dirty="0"/>
              <a:t>Evaluates the quality of studies</a:t>
            </a:r>
          </a:p>
          <a:p>
            <a:pPr lvl="1"/>
            <a:r>
              <a:rPr lang="en-US" sz="2000" dirty="0"/>
              <a:t>Used to draw conclusions about the effectiveness of a study</a:t>
            </a:r>
          </a:p>
          <a:p>
            <a:r>
              <a:rPr lang="en-US" sz="2400" dirty="0"/>
              <a:t>Meta-Analysis</a:t>
            </a:r>
          </a:p>
          <a:p>
            <a:pPr lvl="1"/>
            <a:r>
              <a:rPr lang="en-US" sz="2000" dirty="0"/>
              <a:t>Combines numerical results from other studies</a:t>
            </a:r>
          </a:p>
          <a:p>
            <a:pPr lvl="1"/>
            <a:r>
              <a:rPr lang="en-US" sz="2000" dirty="0"/>
              <a:t>Produced a single quantitative estimate (x studies with same outcome had similar results)</a:t>
            </a:r>
          </a:p>
          <a:p>
            <a:r>
              <a:rPr lang="en-US" sz="2400" dirty="0"/>
              <a:t>Narrative Review</a:t>
            </a:r>
          </a:p>
          <a:p>
            <a:pPr lvl="1"/>
            <a:r>
              <a:rPr lang="en-US" sz="2000" dirty="0"/>
              <a:t>Informally selected papers (like these seminars)</a:t>
            </a:r>
          </a:p>
          <a:p>
            <a:pPr lvl="1"/>
            <a:r>
              <a:rPr lang="en-US" sz="2000" dirty="0"/>
              <a:t>Non-structured (not reproducible)</a:t>
            </a:r>
          </a:p>
        </p:txBody>
      </p:sp>
    </p:spTree>
    <p:extLst>
      <p:ext uri="{BB962C8B-B14F-4D97-AF65-F5344CB8AC3E}">
        <p14:creationId xmlns:p14="http://schemas.microsoft.com/office/powerpoint/2010/main" val="2610431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962E-D78C-C095-8D2F-5F2129173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A8C6-9344-7472-15C2-6A1F1AD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Scoping Review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82E23-1CEA-F682-F9DD-10FB8A17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76BDC-B118-61B4-9000-1773A3D10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Literature Search</a:t>
            </a:r>
          </a:p>
          <a:p>
            <a:pPr lvl="1"/>
            <a:r>
              <a:rPr lang="en-US" dirty="0"/>
              <a:t>PubMed, IEEE Xplore, Google Scholar, Scopus Web of Science, </a:t>
            </a:r>
            <a:r>
              <a:rPr lang="en-US" dirty="0" err="1"/>
              <a:t>arXiv</a:t>
            </a:r>
            <a:r>
              <a:rPr lang="en-US" dirty="0"/>
              <a:t>, etc...</a:t>
            </a:r>
          </a:p>
          <a:p>
            <a:pPr lvl="1"/>
            <a:r>
              <a:rPr lang="en-US" dirty="0"/>
              <a:t>Collect papers from official sources</a:t>
            </a:r>
          </a:p>
          <a:p>
            <a:r>
              <a:rPr lang="en-US" dirty="0"/>
              <a:t>Reference Management</a:t>
            </a:r>
          </a:p>
          <a:p>
            <a:pPr lvl="1"/>
            <a:r>
              <a:rPr lang="en-US" dirty="0"/>
              <a:t>Zotero (free), EndNote, Mendeley</a:t>
            </a:r>
          </a:p>
          <a:p>
            <a:pPr lvl="1"/>
            <a:r>
              <a:rPr lang="en-US" dirty="0"/>
              <a:t>Store papers and remove duplicates</a:t>
            </a:r>
          </a:p>
          <a:p>
            <a:r>
              <a:rPr lang="en-US" dirty="0"/>
              <a:t>Screening</a:t>
            </a:r>
          </a:p>
          <a:p>
            <a:pPr lvl="1"/>
            <a:r>
              <a:rPr lang="en-US" dirty="0"/>
              <a:t>Rayyan</a:t>
            </a:r>
          </a:p>
          <a:p>
            <a:pPr lvl="1"/>
            <a:r>
              <a:rPr lang="en-US" dirty="0"/>
              <a:t>Web Screening UI for title/abstracts with inclusion/exclusion decision</a:t>
            </a:r>
          </a:p>
          <a:p>
            <a:r>
              <a:rPr lang="en-US" dirty="0"/>
              <a:t>Data Extraction/Tracking</a:t>
            </a:r>
          </a:p>
          <a:p>
            <a:pPr lvl="1"/>
            <a:r>
              <a:rPr lang="en-US" dirty="0"/>
              <a:t>Excel/Google Sheets</a:t>
            </a:r>
          </a:p>
          <a:p>
            <a:r>
              <a:rPr lang="en-US" dirty="0"/>
              <a:t>Guidelines</a:t>
            </a:r>
          </a:p>
          <a:p>
            <a:pPr lvl="1"/>
            <a:r>
              <a:rPr lang="en-US" dirty="0"/>
              <a:t>PRISMA-</a:t>
            </a:r>
            <a:r>
              <a:rPr lang="en-US" dirty="0" err="1"/>
              <a:t>ScR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https://www.prisma-statement.org/scoping</a:t>
            </a:r>
            <a:endParaRPr lang="en-US" dirty="0"/>
          </a:p>
          <a:p>
            <a:pPr lvl="1"/>
            <a:r>
              <a:rPr lang="en-US" dirty="0"/>
              <a:t>Common guideline used to ensure reproductible, standardized reviews</a:t>
            </a:r>
          </a:p>
        </p:txBody>
      </p:sp>
    </p:spTree>
    <p:extLst>
      <p:ext uri="{BB962C8B-B14F-4D97-AF65-F5344CB8AC3E}">
        <p14:creationId xmlns:p14="http://schemas.microsoft.com/office/powerpoint/2010/main" val="390321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DE93-95FC-BF50-D42B-E8B4FBF8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93DAF-17AE-09DF-64D3-16037EDE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My Scoping Review – Intro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8A7C-0A6B-3192-42D2-533D006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3C2C1D-A7F3-77A6-BA06-3506DBA63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Research Area</a:t>
            </a:r>
          </a:p>
          <a:p>
            <a:pPr lvl="1"/>
            <a:r>
              <a:rPr lang="en-US" dirty="0"/>
              <a:t>Wastewater-based epidemiology (WBE) for Covid-19</a:t>
            </a:r>
          </a:p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Working with prof. Scotch on epidemiology and AI/ML</a:t>
            </a:r>
          </a:p>
          <a:p>
            <a:pPr lvl="1"/>
            <a:r>
              <a:rPr lang="en-US" dirty="0"/>
              <a:t>WBE offers enough data to utilize AI/ML methods</a:t>
            </a:r>
          </a:p>
          <a:p>
            <a:pPr lvl="1"/>
            <a:r>
              <a:rPr lang="en-US" dirty="0"/>
              <a:t>Circumvents need for patient data</a:t>
            </a:r>
          </a:p>
          <a:p>
            <a:r>
              <a:rPr lang="en-US" dirty="0"/>
              <a:t>Goal of Scoping Review</a:t>
            </a:r>
          </a:p>
          <a:p>
            <a:pPr lvl="1"/>
            <a:r>
              <a:rPr lang="en-US" dirty="0"/>
              <a:t>Map existing WBE x Covid-19 studies</a:t>
            </a:r>
          </a:p>
          <a:p>
            <a:pPr lvl="1"/>
            <a:r>
              <a:rPr lang="en-US" dirty="0"/>
              <a:t>Find common approaches and modeling strategies</a:t>
            </a:r>
          </a:p>
          <a:p>
            <a:pPr lvl="1"/>
            <a:r>
              <a:rPr lang="en-US" dirty="0"/>
              <a:t>Highlight the gaps and inconsistencies that exists currently</a:t>
            </a:r>
          </a:p>
          <a:p>
            <a:r>
              <a:rPr lang="en-US" dirty="0"/>
              <a:t>Why Scoping Review</a:t>
            </a:r>
          </a:p>
          <a:p>
            <a:pPr lvl="1"/>
            <a:r>
              <a:rPr lang="en-US" dirty="0"/>
              <a:t>New field to explore (cross-disciplinary)</a:t>
            </a:r>
          </a:p>
          <a:p>
            <a:pPr lvl="1"/>
            <a:r>
              <a:rPr lang="en-US" dirty="0"/>
              <a:t>Broad field to explore (lots of Covid-19 papers)</a:t>
            </a:r>
          </a:p>
          <a:p>
            <a:pPr lvl="1"/>
            <a:r>
              <a:rPr lang="en-US" dirty="0"/>
              <a:t>Looking to see what is being used and what has </a:t>
            </a:r>
            <a:r>
              <a:rPr lang="en-US" u="sng" dirty="0"/>
              <a:t>not</a:t>
            </a:r>
            <a:r>
              <a:rPr lang="en-US" dirty="0"/>
              <a:t> been done</a:t>
            </a:r>
          </a:p>
        </p:txBody>
      </p:sp>
    </p:spTree>
    <p:extLst>
      <p:ext uri="{BB962C8B-B14F-4D97-AF65-F5344CB8AC3E}">
        <p14:creationId xmlns:p14="http://schemas.microsoft.com/office/powerpoint/2010/main" val="192197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4CB8-A311-7852-C55A-1D73BE3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42E9-65E9-CA58-39C7-F5BB1E8D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My Scoping Review – Search and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566D0-F6FB-DB02-A6B0-22977524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F7B8C-4BB0-374C-8F1F-E771B75D5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Databases</a:t>
            </a:r>
          </a:p>
          <a:p>
            <a:pPr lvl="1"/>
            <a:r>
              <a:rPr lang="en-US" sz="1800" dirty="0"/>
              <a:t>PubMed, IEEE Explore, Google Scholar</a:t>
            </a:r>
          </a:p>
          <a:p>
            <a:r>
              <a:rPr lang="en-US" sz="2000" dirty="0"/>
              <a:t>Timeframe and Scope</a:t>
            </a:r>
          </a:p>
          <a:p>
            <a:pPr lvl="1"/>
            <a:r>
              <a:rPr lang="en-US" sz="1800" dirty="0"/>
              <a:t>2020 – present</a:t>
            </a:r>
          </a:p>
          <a:p>
            <a:pPr lvl="1"/>
            <a:r>
              <a:rPr lang="en-US" sz="1800" dirty="0"/>
              <a:t>English language papers</a:t>
            </a:r>
          </a:p>
          <a:p>
            <a:pPr lvl="1"/>
            <a:r>
              <a:rPr lang="en-US" sz="1800" dirty="0"/>
              <a:t>Preprints included (important since some aren’t published or get revised)</a:t>
            </a:r>
          </a:p>
          <a:p>
            <a:r>
              <a:rPr lang="en-US" sz="2000" dirty="0"/>
              <a:t>Search Focus</a:t>
            </a:r>
          </a:p>
          <a:p>
            <a:pPr lvl="1"/>
            <a:r>
              <a:rPr lang="en-US" sz="1800" dirty="0"/>
              <a:t>Wastewater-based Epidemiology</a:t>
            </a:r>
          </a:p>
          <a:p>
            <a:pPr lvl="1"/>
            <a:r>
              <a:rPr lang="en-US" sz="1800" dirty="0"/>
              <a:t>Covid-19</a:t>
            </a:r>
          </a:p>
          <a:p>
            <a:pPr lvl="1"/>
            <a:r>
              <a:rPr lang="en-US" sz="1800" dirty="0"/>
              <a:t>Modeling, estimation or prediction of epidemiological outcomes</a:t>
            </a:r>
          </a:p>
          <a:p>
            <a:r>
              <a:rPr lang="en-US" sz="2000" dirty="0"/>
              <a:t>Screening Approach</a:t>
            </a:r>
          </a:p>
          <a:p>
            <a:pPr lvl="1"/>
            <a:r>
              <a:rPr lang="en-US" sz="1800" dirty="0"/>
              <a:t>Deduplication in Zotero</a:t>
            </a:r>
          </a:p>
          <a:p>
            <a:pPr lvl="1"/>
            <a:r>
              <a:rPr lang="en-US" sz="1800" dirty="0"/>
              <a:t>Title + Abstract Screening in Rayyan</a:t>
            </a:r>
          </a:p>
          <a:p>
            <a:pPr lvl="1"/>
            <a:r>
              <a:rPr lang="en-US" sz="1800" dirty="0"/>
              <a:t>Population-Concept-Context (PCC) – predefined Inclusion and Exclusion criteria</a:t>
            </a:r>
          </a:p>
          <a:p>
            <a:r>
              <a:rPr lang="en-US" sz="2000" dirty="0"/>
              <a:t>Criteria</a:t>
            </a:r>
          </a:p>
          <a:p>
            <a:pPr lvl="1"/>
            <a:r>
              <a:rPr lang="en-US" sz="1800" dirty="0"/>
              <a:t>County-level or larger (interested in macro level modeling)</a:t>
            </a:r>
          </a:p>
          <a:p>
            <a:pPr lvl="1"/>
            <a:r>
              <a:rPr lang="en-US" sz="1800" dirty="0"/>
              <a:t>Quantitative evaluation (no theoretical or correlation, grounded in results)</a:t>
            </a:r>
          </a:p>
          <a:p>
            <a:pPr lvl="1"/>
            <a:r>
              <a:rPr lang="en-US" sz="1800" dirty="0"/>
              <a:t>Wastewater data is the </a:t>
            </a:r>
            <a:r>
              <a:rPr lang="en-US" sz="1800" u="sng" dirty="0"/>
              <a:t>primary</a:t>
            </a:r>
            <a:r>
              <a:rPr lang="en-US" sz="1800" dirty="0"/>
              <a:t> model input (focus on WBE)</a:t>
            </a:r>
          </a:p>
        </p:txBody>
      </p:sp>
    </p:spTree>
    <p:extLst>
      <p:ext uri="{BB962C8B-B14F-4D97-AF65-F5344CB8AC3E}">
        <p14:creationId xmlns:p14="http://schemas.microsoft.com/office/powerpoint/2010/main" val="7292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A9F6-A4C1-9F8D-F91F-B924BB700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D6F73-09E9-0F8A-4BC2-DD6013F1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My Scoping Review - Zotero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60365-1399-7E49-491E-6EC2D1AF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0E941-4BB9-6BBD-816E-906E3647D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Zotero</a:t>
            </a:r>
          </a:p>
          <a:p>
            <a:r>
              <a:rPr lang="en-US" dirty="0">
                <a:hlinkClick r:id="rId2"/>
              </a:rPr>
              <a:t>https://www.zotero.org/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C73C6F-ED6F-221B-67B1-C1D47922E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497" y="1143698"/>
            <a:ext cx="6808504" cy="498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09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83F5-4FDB-ACCC-B76D-60916CE7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D63A-B23A-56F8-0A67-F9713927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My Scoping Review - Rayyan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20450-E50E-6AC3-E439-3ABE5BD5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0EFA0-FE60-CACC-0D03-9C9843B9A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Rayyan</a:t>
            </a:r>
          </a:p>
          <a:p>
            <a:r>
              <a:rPr lang="en-US" dirty="0">
                <a:hlinkClick r:id="rId2"/>
              </a:rPr>
              <a:t>https://new.rayyan.ai/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716EB3-D3FA-0112-E726-BD9C2D0DE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553" y="1153616"/>
            <a:ext cx="6109447" cy="497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76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B091A-B184-02F7-F752-B31666CD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4D92-B8F2-E7D5-01BA-32E214D6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My Scoping Review – Results so far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1A97C-3C10-B2DE-5ADE-2494A0854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744B18-8E0E-A809-7737-1D4F6A893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u="sng" dirty="0"/>
              <a:t>210 / 1015 articles completed initial screening by this presentation (title + abstract)</a:t>
            </a:r>
          </a:p>
          <a:p>
            <a:r>
              <a:rPr lang="en-US" sz="2400" u="sng" dirty="0"/>
              <a:t>120 included, 103 maybe (no abstract), 582 excluded</a:t>
            </a:r>
          </a:p>
          <a:p>
            <a:r>
              <a:rPr lang="en-US" sz="2400" dirty="0"/>
              <a:t>Population and Scale</a:t>
            </a:r>
          </a:p>
          <a:p>
            <a:pPr lvl="1"/>
            <a:r>
              <a:rPr lang="en-US" sz="1600" dirty="0"/>
              <a:t>Most studies focus on scales smaller than counties (cities, universities, hospitals, etc.)</a:t>
            </a:r>
          </a:p>
          <a:p>
            <a:pPr lvl="1"/>
            <a:r>
              <a:rPr lang="en-US" sz="1600" dirty="0"/>
              <a:t>Few studies do multi-region or large-scale generalization</a:t>
            </a:r>
          </a:p>
          <a:p>
            <a:r>
              <a:rPr lang="en-US" sz="2000" dirty="0"/>
              <a:t>Wastewater Data</a:t>
            </a:r>
          </a:p>
          <a:p>
            <a:pPr lvl="1"/>
            <a:r>
              <a:rPr lang="en-US" sz="1600" dirty="0"/>
              <a:t>SARS-CoV-2 RNA measurement is most commonly used</a:t>
            </a:r>
          </a:p>
          <a:p>
            <a:pPr lvl="1"/>
            <a:r>
              <a:rPr lang="en-US" sz="1600" dirty="0"/>
              <a:t>Most common method of normalization is </a:t>
            </a:r>
            <a:r>
              <a:rPr lang="en-US" sz="1600" dirty="0" err="1"/>
              <a:t>PMMoV</a:t>
            </a:r>
            <a:r>
              <a:rPr lang="en-US" sz="1600" dirty="0"/>
              <a:t> (Pepper Mild Mottle Virus – common virus)</a:t>
            </a:r>
          </a:p>
          <a:p>
            <a:pPr lvl="1"/>
            <a:r>
              <a:rPr lang="en-US" sz="1600" dirty="0"/>
              <a:t>Besides </a:t>
            </a:r>
            <a:r>
              <a:rPr lang="en-US" sz="1600" dirty="0" err="1"/>
              <a:t>PMMoV</a:t>
            </a:r>
            <a:r>
              <a:rPr lang="en-US" sz="1600" dirty="0"/>
              <a:t>, wide variety of normalization methods</a:t>
            </a:r>
          </a:p>
          <a:p>
            <a:pPr lvl="1"/>
            <a:r>
              <a:rPr lang="en-US" sz="1600" dirty="0"/>
              <a:t>Wide variety of wastewater collection methods</a:t>
            </a:r>
          </a:p>
          <a:p>
            <a:r>
              <a:rPr lang="en-US" sz="2000" dirty="0"/>
              <a:t>Model outcomes</a:t>
            </a:r>
          </a:p>
          <a:p>
            <a:pPr lvl="1"/>
            <a:r>
              <a:rPr lang="en-US" sz="1600" dirty="0"/>
              <a:t>Focus on case counts</a:t>
            </a:r>
          </a:p>
          <a:p>
            <a:r>
              <a:rPr lang="en-US" sz="2000" dirty="0"/>
              <a:t>Evaluation Practices</a:t>
            </a:r>
          </a:p>
          <a:p>
            <a:pPr lvl="1"/>
            <a:r>
              <a:rPr lang="en-US" sz="1600" dirty="0"/>
              <a:t>Quantitative evaluation generally provided (when modeling has been done)</a:t>
            </a:r>
          </a:p>
          <a:p>
            <a:r>
              <a:rPr lang="en-US" sz="2400" dirty="0"/>
              <a:t>*Less results on what I know is common (for papers I am looking for), since more papers were excluded than included</a:t>
            </a:r>
          </a:p>
        </p:txBody>
      </p:sp>
    </p:spTree>
    <p:extLst>
      <p:ext uri="{BB962C8B-B14F-4D97-AF65-F5344CB8AC3E}">
        <p14:creationId xmlns:p14="http://schemas.microsoft.com/office/powerpoint/2010/main" val="3481706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286A-3789-A8E6-EEFA-57A629FE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C2CC-9195-A5D3-0681-EE08B55B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Example: My Scoping Review – Challenges and Lessons Learned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CDB15-CE5A-1B7B-8A59-79E49C8A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8FD61-09D1-E789-32DC-8BB72961B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Ambiguity in Abstracts</a:t>
            </a:r>
          </a:p>
          <a:p>
            <a:pPr lvl="1"/>
            <a:r>
              <a:rPr lang="en-US" sz="1600" dirty="0"/>
              <a:t>Many papers have abstracts that don’t have enough detail to make a judgement</a:t>
            </a:r>
          </a:p>
          <a:p>
            <a:pPr lvl="1"/>
            <a:r>
              <a:rPr lang="en-US" sz="1600" dirty="0"/>
              <a:t>Moving papers to “maybe” requires a full read of the paper later (more work)</a:t>
            </a:r>
          </a:p>
          <a:p>
            <a:r>
              <a:rPr lang="en-US" sz="2000" dirty="0"/>
              <a:t>Time and Effort</a:t>
            </a:r>
          </a:p>
          <a:p>
            <a:pPr lvl="1"/>
            <a:r>
              <a:rPr lang="en-US" sz="1600" dirty="0"/>
              <a:t>Screening takes a LONG time</a:t>
            </a:r>
          </a:p>
          <a:p>
            <a:pPr lvl="1"/>
            <a:r>
              <a:rPr lang="en-US" sz="1600" dirty="0"/>
              <a:t>Mind numbing work, especially if reading for longer stretches of time</a:t>
            </a:r>
          </a:p>
          <a:p>
            <a:r>
              <a:rPr lang="en-US" sz="2000" dirty="0"/>
              <a:t>Inconsistent Reporting</a:t>
            </a:r>
          </a:p>
          <a:p>
            <a:pPr lvl="1"/>
            <a:r>
              <a:rPr lang="en-US" sz="1600" dirty="0"/>
              <a:t>Some papers have all the data you need, others don’t</a:t>
            </a:r>
          </a:p>
          <a:p>
            <a:pPr lvl="1"/>
            <a:r>
              <a:rPr lang="en-US" sz="1600" dirty="0"/>
              <a:t>Cannot make assumptions based on previous papers</a:t>
            </a:r>
          </a:p>
          <a:p>
            <a:r>
              <a:rPr lang="en-US" sz="2000" dirty="0"/>
              <a:t>Search Criteria</a:t>
            </a:r>
          </a:p>
          <a:p>
            <a:pPr lvl="1"/>
            <a:r>
              <a:rPr lang="en-US" sz="1600" dirty="0"/>
              <a:t>My search criteria was too broad (keywords used for search)</a:t>
            </a:r>
          </a:p>
          <a:p>
            <a:pPr lvl="1"/>
            <a:r>
              <a:rPr lang="en-US" sz="1600" dirty="0"/>
              <a:t>Ended up with odd papers like Bluetooth in sewers</a:t>
            </a:r>
          </a:p>
          <a:p>
            <a:r>
              <a:rPr lang="en-US" sz="2000" dirty="0"/>
              <a:t>Tool Limitations</a:t>
            </a:r>
          </a:p>
          <a:p>
            <a:pPr lvl="1"/>
            <a:r>
              <a:rPr lang="en-US" sz="1600" dirty="0"/>
              <a:t>Deduplication isn’t perfect, especially when the paper shows up again with slight rewording</a:t>
            </a:r>
          </a:p>
          <a:p>
            <a:pPr lvl="1"/>
            <a:r>
              <a:rPr lang="en-US" sz="1600" dirty="0"/>
              <a:t>Rayyan exclusion with reasons need to be expanded to your needs (custom rejection reasons)</a:t>
            </a:r>
          </a:p>
        </p:txBody>
      </p:sp>
    </p:spTree>
    <p:extLst>
      <p:ext uri="{BB962C8B-B14F-4D97-AF65-F5344CB8AC3E}">
        <p14:creationId xmlns:p14="http://schemas.microsoft.com/office/powerpoint/2010/main" val="2061418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28789-1075-5DC8-06D4-89873577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5229-A4F5-A215-CD97-A49B18D21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61B64-919F-7561-E55A-ACA2A7EE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C0D254-D93A-3E19-B634-15CA5879E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Scoping Reviews are a structured way to map a research field</a:t>
            </a:r>
          </a:p>
          <a:p>
            <a:r>
              <a:rPr lang="en-US" sz="2800" dirty="0"/>
              <a:t>Best used early in a project to understand the scope and gaps in the field</a:t>
            </a:r>
          </a:p>
          <a:p>
            <a:r>
              <a:rPr lang="en-US" sz="2800" dirty="0"/>
              <a:t>Goal is coverage and clarity (learning)</a:t>
            </a:r>
          </a:p>
          <a:p>
            <a:r>
              <a:rPr lang="en-US" sz="2800" dirty="0"/>
              <a:t>Helps justify whatever research idea you might have (or help you decide on a new one)</a:t>
            </a:r>
          </a:p>
          <a:p>
            <a:r>
              <a:rPr lang="en-US" sz="2800" dirty="0"/>
              <a:t>Clear criteria and transparent screening is required</a:t>
            </a:r>
          </a:p>
          <a:p>
            <a:r>
              <a:rPr lang="en-US" sz="2800" dirty="0"/>
              <a:t>High time investment, high value return</a:t>
            </a:r>
          </a:p>
        </p:txBody>
      </p:sp>
    </p:spTree>
    <p:extLst>
      <p:ext uri="{BB962C8B-B14F-4D97-AF65-F5344CB8AC3E}">
        <p14:creationId xmlns:p14="http://schemas.microsoft.com/office/powerpoint/2010/main" val="8353650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A60F2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square" lIns="91440" tIns="45720" rIns="91440" bIns="45720" rtlCol="0">
        <a:spAutoFit/>
      </a:bodyPr>
      <a:lstStyle>
        <a:defPPr>
          <a:defRPr sz="2000" i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1042</Words>
  <Application>Microsoft Office PowerPoint</Application>
  <PresentationFormat>Widescreen</PresentationFormat>
  <Paragraphs>162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1_Office Theme</vt:lpstr>
      <vt:lpstr>Topic: Scoping Reviews</vt:lpstr>
      <vt:lpstr>What is a scoping review?</vt:lpstr>
      <vt:lpstr>Why do a scoping review?</vt:lpstr>
      <vt:lpstr>When should you do a scoping review?</vt:lpstr>
      <vt:lpstr>Scoping Review vs Other types</vt:lpstr>
      <vt:lpstr>Scoping Review Tools</vt:lpstr>
      <vt:lpstr>Example: My Scoping Review – Intro</vt:lpstr>
      <vt:lpstr>Example: My Scoping Review – Search and Overview</vt:lpstr>
      <vt:lpstr>Example: My Scoping Review - Zotero</vt:lpstr>
      <vt:lpstr>Example: My Scoping Review - Rayyan</vt:lpstr>
      <vt:lpstr>Example: My Scoping Review – Results so far</vt:lpstr>
      <vt:lpstr>Example: My Scoping Review – Challenges and Lessons Learned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Kim</dc:creator>
  <cp:lastModifiedBy>Eric Kim</cp:lastModifiedBy>
  <cp:revision>1</cp:revision>
  <dcterms:created xsi:type="dcterms:W3CDTF">2025-12-10T04:47:16Z</dcterms:created>
  <dcterms:modified xsi:type="dcterms:W3CDTF">2026-01-14T17:38:04Z</dcterms:modified>
</cp:coreProperties>
</file>