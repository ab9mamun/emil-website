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1164" r:id="rId2"/>
    <p:sldId id="1221" r:id="rId3"/>
    <p:sldId id="1234" r:id="rId4"/>
    <p:sldId id="1235" r:id="rId5"/>
    <p:sldId id="1238" r:id="rId6"/>
    <p:sldId id="1240" r:id="rId7"/>
    <p:sldId id="1247" r:id="rId8"/>
    <p:sldId id="1248" r:id="rId9"/>
    <p:sldId id="1249" r:id="rId10"/>
    <p:sldId id="1244" r:id="rId11"/>
    <p:sldId id="1250" r:id="rId12"/>
    <p:sldId id="124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c Kim" initials="EK" lastIdx="1" clrIdx="0">
    <p:extLst>
      <p:ext uri="{19B8F6BF-5375-455C-9EA6-DF929625EA0E}">
        <p15:presenceInfo xmlns:p15="http://schemas.microsoft.com/office/powerpoint/2012/main" userId="f3af028d46f0bb0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45" autoAdjust="0"/>
    <p:restoredTop sz="78158" autoAdjust="0"/>
  </p:normalViewPr>
  <p:slideViewPr>
    <p:cSldViewPr snapToGrid="0">
      <p:cViewPr varScale="1">
        <p:scale>
          <a:sx n="77" d="100"/>
          <a:sy n="77" d="100"/>
        </p:scale>
        <p:origin x="108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Kim" userId="f3af028d46f0bb00" providerId="LiveId" clId="{65DA6EE4-C713-4EBA-B503-F8294E0DF8CB}"/>
    <pc:docChg chg="undo custSel modSld">
      <pc:chgData name="Eric Kim" userId="f3af028d46f0bb00" providerId="LiveId" clId="{65DA6EE4-C713-4EBA-B503-F8294E0DF8CB}" dt="2026-06-24T19:05:33.817" v="166"/>
      <pc:docMkLst>
        <pc:docMk/>
      </pc:docMkLst>
      <pc:sldChg chg="addSp delSp modSp mod">
        <pc:chgData name="Eric Kim" userId="f3af028d46f0bb00" providerId="LiveId" clId="{65DA6EE4-C713-4EBA-B503-F8294E0DF8CB}" dt="2026-06-24T19:05:33.817" v="166"/>
        <pc:sldMkLst>
          <pc:docMk/>
          <pc:sldMk cId="4217778458" sldId="1244"/>
        </pc:sldMkLst>
        <pc:spChg chg="mod">
          <ac:chgData name="Eric Kim" userId="f3af028d46f0bb00" providerId="LiveId" clId="{65DA6EE4-C713-4EBA-B503-F8294E0DF8CB}" dt="2026-06-24T19:00:10.390" v="42" actId="20577"/>
          <ac:spMkLst>
            <pc:docMk/>
            <pc:sldMk cId="4217778458" sldId="1244"/>
            <ac:spMk id="2" creationId="{9839341A-C0E0-A7CB-CBF3-871822244450}"/>
          </ac:spMkLst>
        </pc:spChg>
        <pc:spChg chg="add del">
          <ac:chgData name="Eric Kim" userId="f3af028d46f0bb00" providerId="LiveId" clId="{65DA6EE4-C713-4EBA-B503-F8294E0DF8CB}" dt="2026-06-24T19:03:32.882" v="150" actId="22"/>
          <ac:spMkLst>
            <pc:docMk/>
            <pc:sldMk cId="4217778458" sldId="1244"/>
            <ac:spMk id="5" creationId="{8BD46C2A-4C76-6916-34E9-D1A4948B4E81}"/>
          </ac:spMkLst>
        </pc:spChg>
        <pc:spChg chg="mod">
          <ac:chgData name="Eric Kim" userId="f3af028d46f0bb00" providerId="LiveId" clId="{65DA6EE4-C713-4EBA-B503-F8294E0DF8CB}" dt="2026-06-24T19:05:22.426" v="164"/>
          <ac:spMkLst>
            <pc:docMk/>
            <pc:sldMk cId="4217778458" sldId="1244"/>
            <ac:spMk id="6" creationId="{D10D5B63-0AC1-1BEB-31EC-EAF5BEA5186E}"/>
          </ac:spMkLst>
        </pc:spChg>
        <pc:spChg chg="add">
          <ac:chgData name="Eric Kim" userId="f3af028d46f0bb00" providerId="LiveId" clId="{65DA6EE4-C713-4EBA-B503-F8294E0DF8CB}" dt="2026-06-24T19:04:57.370" v="162"/>
          <ac:spMkLst>
            <pc:docMk/>
            <pc:sldMk cId="4217778458" sldId="1244"/>
            <ac:spMk id="10" creationId="{3806A2FF-EFB9-7104-215A-B7F532F99235}"/>
          </ac:spMkLst>
        </pc:spChg>
        <pc:picChg chg="add del mod">
          <ac:chgData name="Eric Kim" userId="f3af028d46f0bb00" providerId="LiveId" clId="{65DA6EE4-C713-4EBA-B503-F8294E0DF8CB}" dt="2026-06-24T19:04:32.391" v="160" actId="478"/>
          <ac:picMkLst>
            <pc:docMk/>
            <pc:sldMk cId="4217778458" sldId="1244"/>
            <ac:picMk id="8" creationId="{53B5FF03-8AF2-2538-9A83-5A08C26A9311}"/>
          </ac:picMkLst>
        </pc:picChg>
        <pc:picChg chg="add mod">
          <ac:chgData name="Eric Kim" userId="f3af028d46f0bb00" providerId="LiveId" clId="{65DA6EE4-C713-4EBA-B503-F8294E0DF8CB}" dt="2026-06-24T19:05:33.817" v="166"/>
          <ac:picMkLst>
            <pc:docMk/>
            <pc:sldMk cId="4217778458" sldId="1244"/>
            <ac:picMk id="12" creationId="{FB819B7E-0433-90EA-FE17-8A062DE12824}"/>
          </ac:picMkLst>
        </pc:picChg>
      </pc:sldChg>
    </pc:docChg>
  </pc:docChgLst>
  <pc:docChgLst>
    <pc:chgData name="Eric Kim" userId="f3af028d46f0bb00" providerId="LiveId" clId="{1E1C29BC-925D-412A-8126-C21905786C34}"/>
    <pc:docChg chg="undo custSel addSld delSld modSld sldOrd">
      <pc:chgData name="Eric Kim" userId="f3af028d46f0bb00" providerId="LiveId" clId="{1E1C29BC-925D-412A-8126-C21905786C34}" dt="2026-06-24T08:24:32.292" v="22408" actId="20577"/>
      <pc:docMkLst>
        <pc:docMk/>
      </pc:docMkLst>
      <pc:sldChg chg="modSp mod modNotesTx">
        <pc:chgData name="Eric Kim" userId="f3af028d46f0bb00" providerId="LiveId" clId="{1E1C29BC-925D-412A-8126-C21905786C34}" dt="2026-06-24T06:18:29.038" v="21360" actId="20577"/>
        <pc:sldMkLst>
          <pc:docMk/>
          <pc:sldMk cId="2955960054" sldId="1164"/>
        </pc:sldMkLst>
        <pc:spChg chg="mod">
          <ac:chgData name="Eric Kim" userId="f3af028d46f0bb00" providerId="LiveId" clId="{1E1C29BC-925D-412A-8126-C21905786C34}" dt="2026-06-23T20:40:23.463" v="19776"/>
          <ac:spMkLst>
            <pc:docMk/>
            <pc:sldMk cId="2955960054" sldId="1164"/>
            <ac:spMk id="2" creationId="{86502007-200B-2BD2-9EB0-5EE2A6A353A4}"/>
          </ac:spMkLst>
        </pc:spChg>
      </pc:sldChg>
      <pc:sldChg chg="addSp delSp modSp mod delAnim modAnim modNotesTx">
        <pc:chgData name="Eric Kim" userId="f3af028d46f0bb00" providerId="LiveId" clId="{1E1C29BC-925D-412A-8126-C21905786C34}" dt="2026-06-24T08:14:23.585" v="22143" actId="115"/>
        <pc:sldMkLst>
          <pc:docMk/>
          <pc:sldMk cId="2961856518" sldId="1221"/>
        </pc:sldMkLst>
        <pc:spChg chg="mod">
          <ac:chgData name="Eric Kim" userId="f3af028d46f0bb00" providerId="LiveId" clId="{1E1C29BC-925D-412A-8126-C21905786C34}" dt="2026-06-24T02:35:52.042" v="19780"/>
          <ac:spMkLst>
            <pc:docMk/>
            <pc:sldMk cId="2961856518" sldId="1221"/>
            <ac:spMk id="2" creationId="{E7A6C277-AB7B-C2B0-5AD1-FBA2B00B1185}"/>
          </ac:spMkLst>
        </pc:spChg>
        <pc:spChg chg="add mod">
          <ac:chgData name="Eric Kim" userId="f3af028d46f0bb00" providerId="LiveId" clId="{1E1C29BC-925D-412A-8126-C21905786C34}" dt="2026-06-24T08:14:23.585" v="22143" actId="115"/>
          <ac:spMkLst>
            <pc:docMk/>
            <pc:sldMk cId="2961856518" sldId="1221"/>
            <ac:spMk id="3" creationId="{546BA1EB-1B05-3331-9323-8430A86E021A}"/>
          </ac:spMkLst>
        </pc:spChg>
        <pc:spChg chg="mod">
          <ac:chgData name="Eric Kim" userId="f3af028d46f0bb00" providerId="LiveId" clId="{1E1C29BC-925D-412A-8126-C21905786C34}" dt="2026-06-24T08:14:20.630" v="22142" actId="115"/>
          <ac:spMkLst>
            <pc:docMk/>
            <pc:sldMk cId="2961856518" sldId="1221"/>
            <ac:spMk id="6" creationId="{D12C8A46-FD83-73BA-180A-606EAA23C58E}"/>
          </ac:spMkLst>
        </pc:spChg>
      </pc:sldChg>
      <pc:sldChg chg="addSp modSp add mod modNotesTx">
        <pc:chgData name="Eric Kim" userId="f3af028d46f0bb00" providerId="LiveId" clId="{1E1C29BC-925D-412A-8126-C21905786C34}" dt="2026-06-24T04:32:34.367" v="20693" actId="115"/>
        <pc:sldMkLst>
          <pc:docMk/>
          <pc:sldMk cId="2463985021" sldId="1234"/>
        </pc:sldMkLst>
        <pc:spChg chg="mod">
          <ac:chgData name="Eric Kim" userId="f3af028d46f0bb00" providerId="LiveId" clId="{1E1C29BC-925D-412A-8126-C21905786C34}" dt="2026-06-24T02:36:07.416" v="19781"/>
          <ac:spMkLst>
            <pc:docMk/>
            <pc:sldMk cId="2463985021" sldId="1234"/>
            <ac:spMk id="2" creationId="{605C50C7-F22C-A483-1A0D-8972324D771D}"/>
          </ac:spMkLst>
        </pc:spChg>
        <pc:spChg chg="add mod">
          <ac:chgData name="Eric Kim" userId="f3af028d46f0bb00" providerId="LiveId" clId="{1E1C29BC-925D-412A-8126-C21905786C34}" dt="2026-06-24T04:32:34.367" v="20693" actId="115"/>
          <ac:spMkLst>
            <pc:docMk/>
            <pc:sldMk cId="2463985021" sldId="1234"/>
            <ac:spMk id="3" creationId="{B821FB77-F6AF-5F24-209D-00FDA76470B1}"/>
          </ac:spMkLst>
        </pc:spChg>
        <pc:spChg chg="mod">
          <ac:chgData name="Eric Kim" userId="f3af028d46f0bb00" providerId="LiveId" clId="{1E1C29BC-925D-412A-8126-C21905786C34}" dt="2026-06-24T04:32:31.414" v="20692" actId="115"/>
          <ac:spMkLst>
            <pc:docMk/>
            <pc:sldMk cId="2463985021" sldId="1234"/>
            <ac:spMk id="6" creationId="{FCA01F43-AEE4-951E-1FD2-D7DA5DFB51CE}"/>
          </ac:spMkLst>
        </pc:spChg>
      </pc:sldChg>
      <pc:sldChg chg="modSp add mod modNotesTx">
        <pc:chgData name="Eric Kim" userId="f3af028d46f0bb00" providerId="LiveId" clId="{1E1C29BC-925D-412A-8126-C21905786C34}" dt="2026-06-24T04:39:37.991" v="20889"/>
        <pc:sldMkLst>
          <pc:docMk/>
          <pc:sldMk cId="1416622468" sldId="1235"/>
        </pc:sldMkLst>
        <pc:spChg chg="mod">
          <ac:chgData name="Eric Kim" userId="f3af028d46f0bb00" providerId="LiveId" clId="{1E1C29BC-925D-412A-8126-C21905786C34}" dt="2026-06-24T02:36:24.319" v="19782"/>
          <ac:spMkLst>
            <pc:docMk/>
            <pc:sldMk cId="1416622468" sldId="1235"/>
            <ac:spMk id="2" creationId="{FD29103D-FC90-DB4B-57F6-CA0B57B77C7D}"/>
          </ac:spMkLst>
        </pc:spChg>
        <pc:spChg chg="mod">
          <ac:chgData name="Eric Kim" userId="f3af028d46f0bb00" providerId="LiveId" clId="{1E1C29BC-925D-412A-8126-C21905786C34}" dt="2026-06-24T04:39:37.991" v="20889"/>
          <ac:spMkLst>
            <pc:docMk/>
            <pc:sldMk cId="1416622468" sldId="1235"/>
            <ac:spMk id="6" creationId="{A81B19EE-3104-9AE8-1228-5DE6A9A4B5A0}"/>
          </ac:spMkLst>
        </pc:spChg>
      </pc:sldChg>
      <pc:sldChg chg="addSp delSp modSp add del mod modNotesTx">
        <pc:chgData name="Eric Kim" userId="f3af028d46f0bb00" providerId="LiveId" clId="{1E1C29BC-925D-412A-8126-C21905786C34}" dt="2026-06-24T05:24:15.659" v="20926" actId="47"/>
        <pc:sldMkLst>
          <pc:docMk/>
          <pc:sldMk cId="1587859243" sldId="1236"/>
        </pc:sldMkLst>
        <pc:spChg chg="mod">
          <ac:chgData name="Eric Kim" userId="f3af028d46f0bb00" providerId="LiveId" clId="{1E1C29BC-925D-412A-8126-C21905786C34}" dt="2026-06-24T02:36:39.276" v="19783"/>
          <ac:spMkLst>
            <pc:docMk/>
            <pc:sldMk cId="1587859243" sldId="1236"/>
            <ac:spMk id="2" creationId="{76BDD6ED-2F11-E8FE-6541-B6DD47163C21}"/>
          </ac:spMkLst>
        </pc:spChg>
        <pc:spChg chg="mod">
          <ac:chgData name="Eric Kim" userId="f3af028d46f0bb00" providerId="LiveId" clId="{1E1C29BC-925D-412A-8126-C21905786C34}" dt="2026-06-24T05:03:50.077" v="20911" actId="20577"/>
          <ac:spMkLst>
            <pc:docMk/>
            <pc:sldMk cId="1587859243" sldId="1236"/>
            <ac:spMk id="6" creationId="{AF4F728A-DF92-32C6-EEDA-E6AEFA1E6C33}"/>
          </ac:spMkLst>
        </pc:spChg>
        <pc:picChg chg="add del mod">
          <ac:chgData name="Eric Kim" userId="f3af028d46f0bb00" providerId="LiveId" clId="{1E1C29BC-925D-412A-8126-C21905786C34}" dt="2026-06-24T04:57:00.756" v="20890" actId="478"/>
          <ac:picMkLst>
            <pc:docMk/>
            <pc:sldMk cId="1587859243" sldId="1236"/>
            <ac:picMk id="5" creationId="{7BF6616B-7DD9-2B53-13F7-F9795B7AC788}"/>
          </ac:picMkLst>
        </pc:picChg>
      </pc:sldChg>
      <pc:sldChg chg="addSp delSp modSp add mod modNotesTx">
        <pc:chgData name="Eric Kim" userId="f3af028d46f0bb00" providerId="LiveId" clId="{1E1C29BC-925D-412A-8126-C21905786C34}" dt="2026-06-24T06:12:08.324" v="21304" actId="20577"/>
        <pc:sldMkLst>
          <pc:docMk/>
          <pc:sldMk cId="3631276041" sldId="1238"/>
        </pc:sldMkLst>
        <pc:spChg chg="mod">
          <ac:chgData name="Eric Kim" userId="f3af028d46f0bb00" providerId="LiveId" clId="{1E1C29BC-925D-412A-8126-C21905786C34}" dt="2026-06-24T02:37:00.695" v="19788"/>
          <ac:spMkLst>
            <pc:docMk/>
            <pc:sldMk cId="3631276041" sldId="1238"/>
            <ac:spMk id="2" creationId="{27B02F6C-45F2-9A78-CE1D-EE4C8E1C8C11}"/>
          </ac:spMkLst>
        </pc:spChg>
        <pc:spChg chg="add mod">
          <ac:chgData name="Eric Kim" userId="f3af028d46f0bb00" providerId="LiveId" clId="{1E1C29BC-925D-412A-8126-C21905786C34}" dt="2026-06-24T06:12:08.324" v="21304" actId="20577"/>
          <ac:spMkLst>
            <pc:docMk/>
            <pc:sldMk cId="3631276041" sldId="1238"/>
            <ac:spMk id="3" creationId="{0F38450E-8FE9-41B3-F6D7-27EE6D09241E}"/>
          </ac:spMkLst>
        </pc:spChg>
        <pc:spChg chg="mod">
          <ac:chgData name="Eric Kim" userId="f3af028d46f0bb00" providerId="LiveId" clId="{1E1C29BC-925D-412A-8126-C21905786C34}" dt="2026-06-24T06:09:53.449" v="21198" actId="2710"/>
          <ac:spMkLst>
            <pc:docMk/>
            <pc:sldMk cId="3631276041" sldId="1238"/>
            <ac:spMk id="6" creationId="{6D03DBA0-0AE0-B052-A6C1-FEB8A15611A0}"/>
          </ac:spMkLst>
        </pc:spChg>
        <pc:spChg chg="add del mod">
          <ac:chgData name="Eric Kim" userId="f3af028d46f0bb00" providerId="LiveId" clId="{1E1C29BC-925D-412A-8126-C21905786C34}" dt="2026-06-24T05:01:31.686" v="20895" actId="478"/>
          <ac:spMkLst>
            <pc:docMk/>
            <pc:sldMk cId="3631276041" sldId="1238"/>
            <ac:spMk id="9" creationId="{A52FA0A7-36AD-B082-CFB0-9D2DA45C26C8}"/>
          </ac:spMkLst>
        </pc:spChg>
        <pc:picChg chg="add del mod">
          <ac:chgData name="Eric Kim" userId="f3af028d46f0bb00" providerId="LiveId" clId="{1E1C29BC-925D-412A-8126-C21905786C34}" dt="2026-06-24T05:01:30.753" v="20894" actId="478"/>
          <ac:picMkLst>
            <pc:docMk/>
            <pc:sldMk cId="3631276041" sldId="1238"/>
            <ac:picMk id="1030" creationId="{C1FD2C8E-E623-4226-6476-DACA84DC0F73}"/>
          </ac:picMkLst>
        </pc:picChg>
      </pc:sldChg>
      <pc:sldChg chg="delSp modSp add del mod modNotesTx">
        <pc:chgData name="Eric Kim" userId="f3af028d46f0bb00" providerId="LiveId" clId="{1E1C29BC-925D-412A-8126-C21905786C34}" dt="2026-06-24T02:40:41.205" v="19801" actId="47"/>
        <pc:sldMkLst>
          <pc:docMk/>
          <pc:sldMk cId="499700727" sldId="1239"/>
        </pc:sldMkLst>
      </pc:sldChg>
      <pc:sldChg chg="addSp delSp modSp add mod modNotesTx">
        <pc:chgData name="Eric Kim" userId="f3af028d46f0bb00" providerId="LiveId" clId="{1E1C29BC-925D-412A-8126-C21905786C34}" dt="2026-06-24T07:33:18.698" v="21670" actId="20577"/>
        <pc:sldMkLst>
          <pc:docMk/>
          <pc:sldMk cId="2750724669" sldId="1240"/>
        </pc:sldMkLst>
        <pc:spChg chg="mod">
          <ac:chgData name="Eric Kim" userId="f3af028d46f0bb00" providerId="LiveId" clId="{1E1C29BC-925D-412A-8126-C21905786C34}" dt="2026-06-24T06:14:51.874" v="21350" actId="20577"/>
          <ac:spMkLst>
            <pc:docMk/>
            <pc:sldMk cId="2750724669" sldId="1240"/>
            <ac:spMk id="2" creationId="{76ACA050-01DD-666E-0403-A5D4E601D0F0}"/>
          </ac:spMkLst>
        </pc:spChg>
        <pc:spChg chg="add del mod">
          <ac:chgData name="Eric Kim" userId="f3af028d46f0bb00" providerId="LiveId" clId="{1E1C29BC-925D-412A-8126-C21905786C34}" dt="2026-06-24T06:26:23.318" v="21457" actId="478"/>
          <ac:spMkLst>
            <pc:docMk/>
            <pc:sldMk cId="2750724669" sldId="1240"/>
            <ac:spMk id="3" creationId="{A6630FF8-7895-0AB2-C287-FEF66C318C80}"/>
          </ac:spMkLst>
        </pc:spChg>
        <pc:spChg chg="mod">
          <ac:chgData name="Eric Kim" userId="f3af028d46f0bb00" providerId="LiveId" clId="{1E1C29BC-925D-412A-8126-C21905786C34}" dt="2026-06-24T06:26:56.667" v="21465" actId="14100"/>
          <ac:spMkLst>
            <pc:docMk/>
            <pc:sldMk cId="2750724669" sldId="1240"/>
            <ac:spMk id="6" creationId="{08AE9B7C-34CA-E8F0-BE7B-F91748443B46}"/>
          </ac:spMkLst>
        </pc:spChg>
        <pc:spChg chg="del">
          <ac:chgData name="Eric Kim" userId="f3af028d46f0bb00" providerId="LiveId" clId="{1E1C29BC-925D-412A-8126-C21905786C34}" dt="2026-06-24T05:01:44.812" v="20899" actId="478"/>
          <ac:spMkLst>
            <pc:docMk/>
            <pc:sldMk cId="2750724669" sldId="1240"/>
            <ac:spMk id="9" creationId="{2B55F6F7-E8EB-8FE6-34C6-8A8B74025561}"/>
          </ac:spMkLst>
        </pc:spChg>
        <pc:graphicFrameChg chg="add mod modGraphic">
          <ac:chgData name="Eric Kim" userId="f3af028d46f0bb00" providerId="LiveId" clId="{1E1C29BC-925D-412A-8126-C21905786C34}" dt="2026-06-24T07:33:18.698" v="21670" actId="20577"/>
          <ac:graphicFrameMkLst>
            <pc:docMk/>
            <pc:sldMk cId="2750724669" sldId="1240"/>
            <ac:graphicFrameMk id="5" creationId="{56DD4A7B-61C4-558E-151D-6B9E81AC0C4E}"/>
          </ac:graphicFrameMkLst>
        </pc:graphicFrameChg>
        <pc:picChg chg="del">
          <ac:chgData name="Eric Kim" userId="f3af028d46f0bb00" providerId="LiveId" clId="{1E1C29BC-925D-412A-8126-C21905786C34}" dt="2026-06-24T05:01:43.521" v="20898" actId="478"/>
          <ac:picMkLst>
            <pc:docMk/>
            <pc:sldMk cId="2750724669" sldId="1240"/>
            <ac:picMk id="1030" creationId="{F162887B-D653-7F85-EF7A-157AB23A958A}"/>
          </ac:picMkLst>
        </pc:picChg>
      </pc:sldChg>
      <pc:sldChg chg="delSp modSp add del mod modNotesTx">
        <pc:chgData name="Eric Kim" userId="f3af028d46f0bb00" providerId="LiveId" clId="{1E1C29BC-925D-412A-8126-C21905786C34}" dt="2026-06-24T06:28:25.271" v="21474" actId="47"/>
        <pc:sldMkLst>
          <pc:docMk/>
          <pc:sldMk cId="3061802398" sldId="1241"/>
        </pc:sldMkLst>
        <pc:spChg chg="mod">
          <ac:chgData name="Eric Kim" userId="f3af028d46f0bb00" providerId="LiveId" clId="{1E1C29BC-925D-412A-8126-C21905786C34}" dt="2026-06-24T02:38:37.665" v="19791"/>
          <ac:spMkLst>
            <pc:docMk/>
            <pc:sldMk cId="3061802398" sldId="1241"/>
            <ac:spMk id="2" creationId="{704EEB42-4D16-9C59-E9B5-1438B5FF96B9}"/>
          </ac:spMkLst>
        </pc:spChg>
        <pc:spChg chg="del">
          <ac:chgData name="Eric Kim" userId="f3af028d46f0bb00" providerId="LiveId" clId="{1E1C29BC-925D-412A-8126-C21905786C34}" dt="2026-06-24T05:01:41.526" v="20897" actId="478"/>
          <ac:spMkLst>
            <pc:docMk/>
            <pc:sldMk cId="3061802398" sldId="1241"/>
            <ac:spMk id="9" creationId="{20EF2ABB-B7DF-3E4A-FD2B-ACB8242BBA1E}"/>
          </ac:spMkLst>
        </pc:spChg>
        <pc:picChg chg="del">
          <ac:chgData name="Eric Kim" userId="f3af028d46f0bb00" providerId="LiveId" clId="{1E1C29BC-925D-412A-8126-C21905786C34}" dt="2026-06-24T05:01:39.619" v="20896" actId="478"/>
          <ac:picMkLst>
            <pc:docMk/>
            <pc:sldMk cId="3061802398" sldId="1241"/>
            <ac:picMk id="1030" creationId="{41E9B65A-556F-8DE6-A403-4CE20C3B6235}"/>
          </ac:picMkLst>
        </pc:picChg>
      </pc:sldChg>
      <pc:sldChg chg="delSp modSp add del mod modNotesTx">
        <pc:chgData name="Eric Kim" userId="f3af028d46f0bb00" providerId="LiveId" clId="{1E1C29BC-925D-412A-8126-C21905786C34}" dt="2026-06-24T06:28:14.279" v="21473" actId="47"/>
        <pc:sldMkLst>
          <pc:docMk/>
          <pc:sldMk cId="2438269241" sldId="1242"/>
        </pc:sldMkLst>
        <pc:spChg chg="mod">
          <ac:chgData name="Eric Kim" userId="f3af028d46f0bb00" providerId="LiveId" clId="{1E1C29BC-925D-412A-8126-C21905786C34}" dt="2026-06-24T02:38:51.226" v="19792"/>
          <ac:spMkLst>
            <pc:docMk/>
            <pc:sldMk cId="2438269241" sldId="1242"/>
            <ac:spMk id="2" creationId="{E3C3923D-F512-F16C-A9B9-9160DE3E9164}"/>
          </ac:spMkLst>
        </pc:spChg>
        <pc:spChg chg="del">
          <ac:chgData name="Eric Kim" userId="f3af028d46f0bb00" providerId="LiveId" clId="{1E1C29BC-925D-412A-8126-C21905786C34}" dt="2026-06-24T05:01:48.517" v="20901" actId="478"/>
          <ac:spMkLst>
            <pc:docMk/>
            <pc:sldMk cId="2438269241" sldId="1242"/>
            <ac:spMk id="9" creationId="{1513A869-7856-1D78-1857-7348484F8C91}"/>
          </ac:spMkLst>
        </pc:spChg>
        <pc:picChg chg="del">
          <ac:chgData name="Eric Kim" userId="f3af028d46f0bb00" providerId="LiveId" clId="{1E1C29BC-925D-412A-8126-C21905786C34}" dt="2026-06-24T05:01:47.716" v="20900" actId="478"/>
          <ac:picMkLst>
            <pc:docMk/>
            <pc:sldMk cId="2438269241" sldId="1242"/>
            <ac:picMk id="1030" creationId="{22D63538-2B51-12BD-76A0-027BB8139D88}"/>
          </ac:picMkLst>
        </pc:picChg>
      </pc:sldChg>
      <pc:sldChg chg="delSp modSp add del mod modNotesTx">
        <pc:chgData name="Eric Kim" userId="f3af028d46f0bb00" providerId="LiveId" clId="{1E1C29BC-925D-412A-8126-C21905786C34}" dt="2026-06-24T06:27:48.944" v="21472" actId="47"/>
        <pc:sldMkLst>
          <pc:docMk/>
          <pc:sldMk cId="474194011" sldId="1243"/>
        </pc:sldMkLst>
        <pc:spChg chg="mod">
          <ac:chgData name="Eric Kim" userId="f3af028d46f0bb00" providerId="LiveId" clId="{1E1C29BC-925D-412A-8126-C21905786C34}" dt="2026-06-24T02:39:13.755" v="19796"/>
          <ac:spMkLst>
            <pc:docMk/>
            <pc:sldMk cId="474194011" sldId="1243"/>
            <ac:spMk id="2" creationId="{17DD350E-6852-D555-1C93-FD0D7813064F}"/>
          </ac:spMkLst>
        </pc:spChg>
        <pc:spChg chg="del">
          <ac:chgData name="Eric Kim" userId="f3af028d46f0bb00" providerId="LiveId" clId="{1E1C29BC-925D-412A-8126-C21905786C34}" dt="2026-06-24T05:01:51.352" v="20903" actId="478"/>
          <ac:spMkLst>
            <pc:docMk/>
            <pc:sldMk cId="474194011" sldId="1243"/>
            <ac:spMk id="9" creationId="{E1C6AB9C-B49C-EB31-7B9E-947C61F5EC80}"/>
          </ac:spMkLst>
        </pc:spChg>
        <pc:picChg chg="del">
          <ac:chgData name="Eric Kim" userId="f3af028d46f0bb00" providerId="LiveId" clId="{1E1C29BC-925D-412A-8126-C21905786C34}" dt="2026-06-24T05:01:49.970" v="20902" actId="478"/>
          <ac:picMkLst>
            <pc:docMk/>
            <pc:sldMk cId="474194011" sldId="1243"/>
            <ac:picMk id="1030" creationId="{8281D749-923C-DD65-EABB-DFD6755F2BB3}"/>
          </ac:picMkLst>
        </pc:picChg>
      </pc:sldChg>
      <pc:sldChg chg="delSp modSp add mod modNotesTx">
        <pc:chgData name="Eric Kim" userId="f3af028d46f0bb00" providerId="LiveId" clId="{1E1C29BC-925D-412A-8126-C21905786C34}" dt="2026-06-24T06:20:00.411" v="21376" actId="20577"/>
        <pc:sldMkLst>
          <pc:docMk/>
          <pc:sldMk cId="4217778458" sldId="1244"/>
        </pc:sldMkLst>
        <pc:spChg chg="mod">
          <ac:chgData name="Eric Kim" userId="f3af028d46f0bb00" providerId="LiveId" clId="{1E1C29BC-925D-412A-8126-C21905786C34}" dt="2026-06-24T02:39:32.129" v="19797"/>
          <ac:spMkLst>
            <pc:docMk/>
            <pc:sldMk cId="4217778458" sldId="1244"/>
            <ac:spMk id="2" creationId="{9839341A-C0E0-A7CB-CBF3-871822244450}"/>
          </ac:spMkLst>
        </pc:spChg>
        <pc:spChg chg="del">
          <ac:chgData name="Eric Kim" userId="f3af028d46f0bb00" providerId="LiveId" clId="{1E1C29BC-925D-412A-8126-C21905786C34}" dt="2026-06-24T05:01:54.290" v="20905" actId="478"/>
          <ac:spMkLst>
            <pc:docMk/>
            <pc:sldMk cId="4217778458" sldId="1244"/>
            <ac:spMk id="9" creationId="{ECCFE208-849C-DEEC-4E07-3C50DEE40D08}"/>
          </ac:spMkLst>
        </pc:spChg>
        <pc:picChg chg="del">
          <ac:chgData name="Eric Kim" userId="f3af028d46f0bb00" providerId="LiveId" clId="{1E1C29BC-925D-412A-8126-C21905786C34}" dt="2026-06-24T05:01:52.865" v="20904" actId="478"/>
          <ac:picMkLst>
            <pc:docMk/>
            <pc:sldMk cId="4217778458" sldId="1244"/>
            <ac:picMk id="1030" creationId="{60CA6822-2A73-1A2B-5901-9C594B77EACD}"/>
          </ac:picMkLst>
        </pc:picChg>
      </pc:sldChg>
      <pc:sldChg chg="delSp modSp add del mod modNotesTx">
        <pc:chgData name="Eric Kim" userId="f3af028d46f0bb00" providerId="LiveId" clId="{1E1C29BC-925D-412A-8126-C21905786C34}" dt="2026-06-24T08:23:49.689" v="22404" actId="47"/>
        <pc:sldMkLst>
          <pc:docMk/>
          <pc:sldMk cId="817368456" sldId="1245"/>
        </pc:sldMkLst>
        <pc:spChg chg="mod">
          <ac:chgData name="Eric Kim" userId="f3af028d46f0bb00" providerId="LiveId" clId="{1E1C29BC-925D-412A-8126-C21905786C34}" dt="2026-06-24T02:39:55.648" v="19798"/>
          <ac:spMkLst>
            <pc:docMk/>
            <pc:sldMk cId="817368456" sldId="1245"/>
            <ac:spMk id="2" creationId="{D037D2ED-4306-D2D6-86C2-C33912A11268}"/>
          </ac:spMkLst>
        </pc:spChg>
        <pc:spChg chg="del">
          <ac:chgData name="Eric Kim" userId="f3af028d46f0bb00" providerId="LiveId" clId="{1E1C29BC-925D-412A-8126-C21905786C34}" dt="2026-06-24T05:01:56.510" v="20907" actId="478"/>
          <ac:spMkLst>
            <pc:docMk/>
            <pc:sldMk cId="817368456" sldId="1245"/>
            <ac:spMk id="9" creationId="{479432C2-71A9-EF2F-5DC8-7A7C95C31A63}"/>
          </ac:spMkLst>
        </pc:spChg>
        <pc:picChg chg="del">
          <ac:chgData name="Eric Kim" userId="f3af028d46f0bb00" providerId="LiveId" clId="{1E1C29BC-925D-412A-8126-C21905786C34}" dt="2026-06-24T05:01:55.491" v="20906" actId="478"/>
          <ac:picMkLst>
            <pc:docMk/>
            <pc:sldMk cId="817368456" sldId="1245"/>
            <ac:picMk id="1030" creationId="{DCB98C10-7F8B-350A-DDA6-9E22130AF225}"/>
          </ac:picMkLst>
        </pc:picChg>
      </pc:sldChg>
      <pc:sldChg chg="delSp modSp add mod modNotesTx">
        <pc:chgData name="Eric Kim" userId="f3af028d46f0bb00" providerId="LiveId" clId="{1E1C29BC-925D-412A-8126-C21905786C34}" dt="2026-06-24T08:24:32.292" v="22408" actId="20577"/>
        <pc:sldMkLst>
          <pc:docMk/>
          <pc:sldMk cId="295928971" sldId="1246"/>
        </pc:sldMkLst>
        <pc:spChg chg="mod">
          <ac:chgData name="Eric Kim" userId="f3af028d46f0bb00" providerId="LiveId" clId="{1E1C29BC-925D-412A-8126-C21905786C34}" dt="2026-06-24T02:40:27.523" v="19800"/>
          <ac:spMkLst>
            <pc:docMk/>
            <pc:sldMk cId="295928971" sldId="1246"/>
            <ac:spMk id="2" creationId="{755D3CC9-1F41-7D9E-329F-5A77A6B7469A}"/>
          </ac:spMkLst>
        </pc:spChg>
        <pc:spChg chg="mod">
          <ac:chgData name="Eric Kim" userId="f3af028d46f0bb00" providerId="LiveId" clId="{1E1C29BC-925D-412A-8126-C21905786C34}" dt="2026-06-24T08:24:32.292" v="22408" actId="20577"/>
          <ac:spMkLst>
            <pc:docMk/>
            <pc:sldMk cId="295928971" sldId="1246"/>
            <ac:spMk id="6" creationId="{1556612F-0731-96ED-BFE6-215B206C676D}"/>
          </ac:spMkLst>
        </pc:spChg>
        <pc:spChg chg="del">
          <ac:chgData name="Eric Kim" userId="f3af028d46f0bb00" providerId="LiveId" clId="{1E1C29BC-925D-412A-8126-C21905786C34}" dt="2026-06-24T05:01:59.197" v="20909" actId="478"/>
          <ac:spMkLst>
            <pc:docMk/>
            <pc:sldMk cId="295928971" sldId="1246"/>
            <ac:spMk id="9" creationId="{5F8169E1-DC27-EDAD-EED3-A525C535063C}"/>
          </ac:spMkLst>
        </pc:spChg>
        <pc:picChg chg="del">
          <ac:chgData name="Eric Kim" userId="f3af028d46f0bb00" providerId="LiveId" clId="{1E1C29BC-925D-412A-8126-C21905786C34}" dt="2026-06-24T05:01:57.920" v="20908" actId="478"/>
          <ac:picMkLst>
            <pc:docMk/>
            <pc:sldMk cId="295928971" sldId="1246"/>
            <ac:picMk id="1030" creationId="{1C69A7B5-A5BB-9628-0F07-73FBD96425E4}"/>
          </ac:picMkLst>
        </pc:picChg>
      </pc:sldChg>
      <pc:sldChg chg="modSp add mod">
        <pc:chgData name="Eric Kim" userId="f3af028d46f0bb00" providerId="LiveId" clId="{1E1C29BC-925D-412A-8126-C21905786C34}" dt="2026-06-24T07:35:22.661" v="21838" actId="20577"/>
        <pc:sldMkLst>
          <pc:docMk/>
          <pc:sldMk cId="3754690389" sldId="1247"/>
        </pc:sldMkLst>
        <pc:spChg chg="mod">
          <ac:chgData name="Eric Kim" userId="f3af028d46f0bb00" providerId="LiveId" clId="{1E1C29BC-925D-412A-8126-C21905786C34}" dt="2026-06-24T06:27:14.378" v="21468"/>
          <ac:spMkLst>
            <pc:docMk/>
            <pc:sldMk cId="3754690389" sldId="1247"/>
            <ac:spMk id="2" creationId="{ECF71A38-83C9-A5EC-A3C7-2008D5B078D7}"/>
          </ac:spMkLst>
        </pc:spChg>
        <pc:spChg chg="mod">
          <ac:chgData name="Eric Kim" userId="f3af028d46f0bb00" providerId="LiveId" clId="{1E1C29BC-925D-412A-8126-C21905786C34}" dt="2026-06-24T06:30:02.932" v="21497" actId="27636"/>
          <ac:spMkLst>
            <pc:docMk/>
            <pc:sldMk cId="3754690389" sldId="1247"/>
            <ac:spMk id="6" creationId="{7FADC646-184F-8F31-23FC-198C17B3C3C5}"/>
          </ac:spMkLst>
        </pc:spChg>
        <pc:graphicFrameChg chg="mod modGraphic">
          <ac:chgData name="Eric Kim" userId="f3af028d46f0bb00" providerId="LiveId" clId="{1E1C29BC-925D-412A-8126-C21905786C34}" dt="2026-06-24T07:35:22.661" v="21838" actId="20577"/>
          <ac:graphicFrameMkLst>
            <pc:docMk/>
            <pc:sldMk cId="3754690389" sldId="1247"/>
            <ac:graphicFrameMk id="5" creationId="{78349B79-4178-CB19-AAC2-EBA4C5849756}"/>
          </ac:graphicFrameMkLst>
        </pc:graphicFrameChg>
      </pc:sldChg>
      <pc:sldChg chg="new del">
        <pc:chgData name="Eric Kim" userId="f3af028d46f0bb00" providerId="LiveId" clId="{1E1C29BC-925D-412A-8126-C21905786C34}" dt="2026-06-24T05:24:11.487" v="20925" actId="47"/>
        <pc:sldMkLst>
          <pc:docMk/>
          <pc:sldMk cId="4260765929" sldId="1247"/>
        </pc:sldMkLst>
      </pc:sldChg>
      <pc:sldChg chg="modSp add mod">
        <pc:chgData name="Eric Kim" userId="f3af028d46f0bb00" providerId="LiveId" clId="{1E1C29BC-925D-412A-8126-C21905786C34}" dt="2026-06-24T07:36:35.170" v="22004" actId="20577"/>
        <pc:sldMkLst>
          <pc:docMk/>
          <pc:sldMk cId="1317667889" sldId="1248"/>
        </pc:sldMkLst>
        <pc:spChg chg="mod">
          <ac:chgData name="Eric Kim" userId="f3af028d46f0bb00" providerId="LiveId" clId="{1E1C29BC-925D-412A-8126-C21905786C34}" dt="2026-06-24T06:27:24.141" v="21469"/>
          <ac:spMkLst>
            <pc:docMk/>
            <pc:sldMk cId="1317667889" sldId="1248"/>
            <ac:spMk id="2" creationId="{B70201D0-ED60-3908-BEDA-159AD3D34448}"/>
          </ac:spMkLst>
        </pc:spChg>
        <pc:spChg chg="mod">
          <ac:chgData name="Eric Kim" userId="f3af028d46f0bb00" providerId="LiveId" clId="{1E1C29BC-925D-412A-8126-C21905786C34}" dt="2026-06-24T06:31:35.848" v="21508" actId="27636"/>
          <ac:spMkLst>
            <pc:docMk/>
            <pc:sldMk cId="1317667889" sldId="1248"/>
            <ac:spMk id="6" creationId="{83F444F5-E2F9-A5E1-893B-5974B6DE3FCB}"/>
          </ac:spMkLst>
        </pc:spChg>
        <pc:graphicFrameChg chg="mod modGraphic">
          <ac:chgData name="Eric Kim" userId="f3af028d46f0bb00" providerId="LiveId" clId="{1E1C29BC-925D-412A-8126-C21905786C34}" dt="2026-06-24T07:36:35.170" v="22004" actId="20577"/>
          <ac:graphicFrameMkLst>
            <pc:docMk/>
            <pc:sldMk cId="1317667889" sldId="1248"/>
            <ac:graphicFrameMk id="5" creationId="{1ECA9A3D-4E05-023F-088A-A00BAA2F2611}"/>
          </ac:graphicFrameMkLst>
        </pc:graphicFrameChg>
      </pc:sldChg>
      <pc:sldChg chg="modSp add mod">
        <pc:chgData name="Eric Kim" userId="f3af028d46f0bb00" providerId="LiveId" clId="{1E1C29BC-925D-412A-8126-C21905786C34}" dt="2026-06-24T08:08:11.420" v="22137" actId="20577"/>
        <pc:sldMkLst>
          <pc:docMk/>
          <pc:sldMk cId="104194262" sldId="1249"/>
        </pc:sldMkLst>
        <pc:spChg chg="mod">
          <ac:chgData name="Eric Kim" userId="f3af028d46f0bb00" providerId="LiveId" clId="{1E1C29BC-925D-412A-8126-C21905786C34}" dt="2026-06-24T06:27:32.964" v="21471"/>
          <ac:spMkLst>
            <pc:docMk/>
            <pc:sldMk cId="104194262" sldId="1249"/>
            <ac:spMk id="2" creationId="{36739DA7-3A8F-25C6-D054-75CF93EA2605}"/>
          </ac:spMkLst>
        </pc:spChg>
        <pc:spChg chg="mod">
          <ac:chgData name="Eric Kim" userId="f3af028d46f0bb00" providerId="LiveId" clId="{1E1C29BC-925D-412A-8126-C21905786C34}" dt="2026-06-24T06:31:58.132" v="21512" actId="27636"/>
          <ac:spMkLst>
            <pc:docMk/>
            <pc:sldMk cId="104194262" sldId="1249"/>
            <ac:spMk id="6" creationId="{28AD9176-90F3-93EF-438F-29BB36FA3757}"/>
          </ac:spMkLst>
        </pc:spChg>
        <pc:graphicFrameChg chg="mod modGraphic">
          <ac:chgData name="Eric Kim" userId="f3af028d46f0bb00" providerId="LiveId" clId="{1E1C29BC-925D-412A-8126-C21905786C34}" dt="2026-06-24T08:08:11.420" v="22137" actId="20577"/>
          <ac:graphicFrameMkLst>
            <pc:docMk/>
            <pc:sldMk cId="104194262" sldId="1249"/>
            <ac:graphicFrameMk id="5" creationId="{7FAA9B9E-1143-136D-9E01-87A668FC57AE}"/>
          </ac:graphicFrameMkLst>
        </pc:graphicFrameChg>
      </pc:sldChg>
      <pc:sldChg chg="modSp add mod ord">
        <pc:chgData name="Eric Kim" userId="f3af028d46f0bb00" providerId="LiveId" clId="{1E1C29BC-925D-412A-8126-C21905786C34}" dt="2026-06-24T08:21:44.763" v="22403" actId="20577"/>
        <pc:sldMkLst>
          <pc:docMk/>
          <pc:sldMk cId="1078360781" sldId="1250"/>
        </pc:sldMkLst>
        <pc:spChg chg="mod">
          <ac:chgData name="Eric Kim" userId="f3af028d46f0bb00" providerId="LiveId" clId="{1E1C29BC-925D-412A-8126-C21905786C34}" dt="2026-06-24T08:14:09.901" v="22141"/>
          <ac:spMkLst>
            <pc:docMk/>
            <pc:sldMk cId="1078360781" sldId="1250"/>
            <ac:spMk id="2" creationId="{8430F936-05AB-9636-3DE6-2519703C3A53}"/>
          </ac:spMkLst>
        </pc:spChg>
        <pc:spChg chg="mod">
          <ac:chgData name="Eric Kim" userId="f3af028d46f0bb00" providerId="LiveId" clId="{1E1C29BC-925D-412A-8126-C21905786C34}" dt="2026-06-24T08:21:44.763" v="22403" actId="20577"/>
          <ac:spMkLst>
            <pc:docMk/>
            <pc:sldMk cId="1078360781" sldId="1250"/>
            <ac:spMk id="3" creationId="{80BB8F64-661F-4767-1883-43EAA3846204}"/>
          </ac:spMkLst>
        </pc:spChg>
        <pc:spChg chg="mod">
          <ac:chgData name="Eric Kim" userId="f3af028d46f0bb00" providerId="LiveId" clId="{1E1C29BC-925D-412A-8126-C21905786C34}" dt="2026-06-24T08:19:54.938" v="22217" actId="20577"/>
          <ac:spMkLst>
            <pc:docMk/>
            <pc:sldMk cId="1078360781" sldId="1250"/>
            <ac:spMk id="6" creationId="{D69B6821-60A1-C0AB-5088-B0077C0BAB4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E4566-0CFC-47D4-8A17-19A8B9F77107}" type="datetimeFigureOut">
              <a:rPr lang="en-US" smtClean="0"/>
              <a:t>6/24/2026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9DA017-2F44-4592-94D8-18777622AEF3}" type="slidenum">
              <a:rPr lang="en-US" smtClean="0"/>
              <a:t>‹#›</a:t>
            </a:fld>
            <a:endParaRPr lang="en-US"/>
          </a:p>
        </p:txBody>
      </p:sp>
    </p:spTree>
    <p:extLst>
      <p:ext uri="{BB962C8B-B14F-4D97-AF65-F5344CB8AC3E}">
        <p14:creationId xmlns:p14="http://schemas.microsoft.com/office/powerpoint/2010/main" val="3212294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researchers already use AI in some form. </a:t>
            </a:r>
          </a:p>
          <a:p>
            <a:r>
              <a:rPr lang="en-US" dirty="0"/>
              <a:t>The goal of this talk is not to discuss AI models, architecture, or hype. </a:t>
            </a:r>
          </a:p>
          <a:p>
            <a:r>
              <a:rPr lang="en-US" dirty="0"/>
              <a:t>The focus is much simpler: how to communicate more effectively with AI systems. </a:t>
            </a:r>
          </a:p>
          <a:p>
            <a:r>
              <a:rPr lang="en-US" dirty="0"/>
              <a:t>Throughout the seminar, prompting will be treated as a research communication skill. </a:t>
            </a:r>
          </a:p>
          <a:p>
            <a:r>
              <a:rPr lang="en-US" dirty="0"/>
              <a:t>The central idea is that better questions generally produce more useful answers.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EB9CB0-8DBB-4A5D-B2E4-17BB9D895EB0}"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63198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seminar matters. </a:t>
            </a:r>
          </a:p>
          <a:p>
            <a:r>
              <a:rPr lang="en-US" dirty="0"/>
              <a:t>The issue is not that researchers are avoiding AI. </a:t>
            </a:r>
          </a:p>
          <a:p>
            <a:r>
              <a:rPr lang="en-US" dirty="0"/>
              <a:t>The issue is that AI is often used without a repeatable way to write strong requests. </a:t>
            </a:r>
          </a:p>
          <a:p>
            <a:r>
              <a:rPr lang="en-US" dirty="0"/>
              <a:t>A vague prompt can still produce an answer, but the answer may be incomplete, hard to verify, or not useful for the actual research task. </a:t>
            </a:r>
          </a:p>
          <a:p>
            <a:r>
              <a:rPr lang="en-US" dirty="0"/>
              <a:t>This sets up the next slide, which diagnoses what specifically goes wrong.</a:t>
            </a:r>
          </a:p>
        </p:txBody>
      </p:sp>
      <p:sp>
        <p:nvSpPr>
          <p:cNvPr id="4" name="Slide Number Placeholder 3"/>
          <p:cNvSpPr>
            <a:spLocks noGrp="1"/>
          </p:cNvSpPr>
          <p:nvPr>
            <p:ph type="sldNum" sz="quarter" idx="5"/>
          </p:nvPr>
        </p:nvSpPr>
        <p:spPr/>
        <p:txBody>
          <a:bodyPr/>
          <a:lstStyle/>
          <a:p>
            <a:fld id="{369DA017-2F44-4592-94D8-18777622AEF3}" type="slidenum">
              <a:rPr lang="en-US" smtClean="0"/>
              <a:t>2</a:t>
            </a:fld>
            <a:endParaRPr lang="en-US"/>
          </a:p>
        </p:txBody>
      </p:sp>
    </p:spTree>
    <p:extLst>
      <p:ext uri="{BB962C8B-B14F-4D97-AF65-F5344CB8AC3E}">
        <p14:creationId xmlns:p14="http://schemas.microsoft.com/office/powerpoint/2010/main" val="2792596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0AC6F-CA66-15CE-AA0C-B4F9FEE3B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76B25-4485-FBA5-515C-0FAE20968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2DE79-DF83-85FA-00E7-3C17373FE54D}"/>
              </a:ext>
            </a:extLst>
          </p:cNvPr>
          <p:cNvSpPr>
            <a:spLocks noGrp="1"/>
          </p:cNvSpPr>
          <p:nvPr>
            <p:ph type="body" idx="1"/>
          </p:nvPr>
        </p:nvSpPr>
        <p:spPr/>
        <p:txBody>
          <a:bodyPr/>
          <a:lstStyle/>
          <a:p>
            <a:r>
              <a:rPr lang="en-US" dirty="0"/>
              <a:t>This slide makes the problem concrete. </a:t>
            </a:r>
          </a:p>
          <a:p>
            <a:r>
              <a:rPr lang="en-US" dirty="0"/>
              <a:t>A prompt can sound reasonable but still fail because the AI does not know the real task, audience, boundaries, or desired output. </a:t>
            </a:r>
          </a:p>
          <a:p>
            <a:r>
              <a:rPr lang="en-US" dirty="0"/>
              <a:t>For research work, this matters because a vague answer can look useful while still being incomplete, unsupported, or misaligned with the actual goal. </a:t>
            </a:r>
          </a:p>
          <a:p>
            <a:r>
              <a:rPr lang="en-US" dirty="0"/>
              <a:t>This prepares the audience for Slide 4: prompting is not magic; it is structured instruction.</a:t>
            </a:r>
          </a:p>
        </p:txBody>
      </p:sp>
      <p:sp>
        <p:nvSpPr>
          <p:cNvPr id="4" name="Slide Number Placeholder 3">
            <a:extLst>
              <a:ext uri="{FF2B5EF4-FFF2-40B4-BE49-F238E27FC236}">
                <a16:creationId xmlns:a16="http://schemas.microsoft.com/office/drawing/2014/main" id="{C48510CD-54AF-A685-0292-2A8F7FF52628}"/>
              </a:ext>
            </a:extLst>
          </p:cNvPr>
          <p:cNvSpPr>
            <a:spLocks noGrp="1"/>
          </p:cNvSpPr>
          <p:nvPr>
            <p:ph type="sldNum" sz="quarter" idx="5"/>
          </p:nvPr>
        </p:nvSpPr>
        <p:spPr/>
        <p:txBody>
          <a:bodyPr/>
          <a:lstStyle/>
          <a:p>
            <a:fld id="{369DA017-2F44-4592-94D8-18777622AEF3}" type="slidenum">
              <a:rPr lang="en-US" smtClean="0"/>
              <a:t>3</a:t>
            </a:fld>
            <a:endParaRPr lang="en-US"/>
          </a:p>
        </p:txBody>
      </p:sp>
    </p:spTree>
    <p:extLst>
      <p:ext uri="{BB962C8B-B14F-4D97-AF65-F5344CB8AC3E}">
        <p14:creationId xmlns:p14="http://schemas.microsoft.com/office/powerpoint/2010/main" val="2661916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022C4-819C-F06A-70D2-D3180150A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4B9F3-370E-DD93-E276-992B5D878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C6BF3-187C-04BE-73AB-6EDE7D1F0DEC}"/>
              </a:ext>
            </a:extLst>
          </p:cNvPr>
          <p:cNvSpPr>
            <a:spLocks noGrp="1"/>
          </p:cNvSpPr>
          <p:nvPr>
            <p:ph type="body" idx="1"/>
          </p:nvPr>
        </p:nvSpPr>
        <p:spPr/>
        <p:txBody>
          <a:bodyPr/>
          <a:lstStyle/>
          <a:p>
            <a:r>
              <a:rPr lang="en-US" dirty="0"/>
              <a:t>This slide reframes the topic. </a:t>
            </a:r>
          </a:p>
          <a:p>
            <a:r>
              <a:rPr lang="en-US" dirty="0"/>
              <a:t>The point is not to memorize special wording. </a:t>
            </a:r>
          </a:p>
          <a:p>
            <a:r>
              <a:rPr lang="en-US" dirty="0"/>
              <a:t>The point is to give AI systems the same kind of information a human collaborator would need: task, background, scope, expected output, and ways to check the result. </a:t>
            </a:r>
          </a:p>
          <a:p>
            <a:r>
              <a:rPr lang="en-US" dirty="0"/>
              <a:t>This prepares the audience for the next slide, where the full research prompt formula is introduced.</a:t>
            </a:r>
          </a:p>
        </p:txBody>
      </p:sp>
      <p:sp>
        <p:nvSpPr>
          <p:cNvPr id="4" name="Slide Number Placeholder 3">
            <a:extLst>
              <a:ext uri="{FF2B5EF4-FFF2-40B4-BE49-F238E27FC236}">
                <a16:creationId xmlns:a16="http://schemas.microsoft.com/office/drawing/2014/main" id="{E95045FB-669F-55C8-F77E-372BC281EE26}"/>
              </a:ext>
            </a:extLst>
          </p:cNvPr>
          <p:cNvSpPr>
            <a:spLocks noGrp="1"/>
          </p:cNvSpPr>
          <p:nvPr>
            <p:ph type="sldNum" sz="quarter" idx="5"/>
          </p:nvPr>
        </p:nvSpPr>
        <p:spPr/>
        <p:txBody>
          <a:bodyPr/>
          <a:lstStyle/>
          <a:p>
            <a:fld id="{369DA017-2F44-4592-94D8-18777622AEF3}" type="slidenum">
              <a:rPr lang="en-US" smtClean="0"/>
              <a:t>4</a:t>
            </a:fld>
            <a:endParaRPr lang="en-US"/>
          </a:p>
        </p:txBody>
      </p:sp>
    </p:spTree>
    <p:extLst>
      <p:ext uri="{BB962C8B-B14F-4D97-AF65-F5344CB8AC3E}">
        <p14:creationId xmlns:p14="http://schemas.microsoft.com/office/powerpoint/2010/main" val="2712531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19A8D-EA5C-8C48-E0FC-B907530DA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91890-5D18-BC74-5A86-AAF4BBCE14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4AC4E1-7F7F-9B6E-F161-5A15325F59BA}"/>
              </a:ext>
            </a:extLst>
          </p:cNvPr>
          <p:cNvSpPr>
            <a:spLocks noGrp="1"/>
          </p:cNvSpPr>
          <p:nvPr>
            <p:ph type="body" idx="1"/>
          </p:nvPr>
        </p:nvSpPr>
        <p:spPr/>
        <p:txBody>
          <a:bodyPr/>
          <a:lstStyle/>
          <a:p>
            <a:r>
              <a:rPr lang="en-US" dirty="0"/>
              <a:t>This is the main framework for the seminar. </a:t>
            </a:r>
          </a:p>
          <a:p>
            <a:r>
              <a:rPr lang="en-US" dirty="0"/>
              <a:t>The point is not that every prompt must be long. </a:t>
            </a:r>
          </a:p>
          <a:p>
            <a:r>
              <a:rPr lang="en-US" dirty="0"/>
              <a:t>The point is that useful research prompts usually need these five pieces. </a:t>
            </a:r>
          </a:p>
          <a:p>
            <a:r>
              <a:rPr lang="en-US" dirty="0"/>
              <a:t>If one piece is missing, the AI may still answer, but the answer may be generic, misaligned, hard to use, or difficult to verify. </a:t>
            </a:r>
          </a:p>
          <a:p>
            <a:r>
              <a:rPr lang="en-US" dirty="0"/>
              <a:t>The rest of the presentation shows how this formula works in literature, writing, coding, and methods tasks.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do not want to present this as a formal or official framework.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checklist is my practical synthesis of repeated advice from provider guidance.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OpenAI, Anthropic, and Google all emphasize some version of clear instructions, relevant context, examples or structure, constraints, iteration, and checking.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this seminar, I am turning that shared advice into a usable research checklist.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goal is not to memorize an acronym.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goal is to make research requests clearer and easier to evaluate.</a:t>
            </a:r>
          </a:p>
        </p:txBody>
      </p:sp>
      <p:sp>
        <p:nvSpPr>
          <p:cNvPr id="4" name="Slide Number Placeholder 3">
            <a:extLst>
              <a:ext uri="{FF2B5EF4-FFF2-40B4-BE49-F238E27FC236}">
                <a16:creationId xmlns:a16="http://schemas.microsoft.com/office/drawing/2014/main" id="{6C916B0A-9F26-1945-8D00-CF088E1E3AB5}"/>
              </a:ext>
            </a:extLst>
          </p:cNvPr>
          <p:cNvSpPr>
            <a:spLocks noGrp="1"/>
          </p:cNvSpPr>
          <p:nvPr>
            <p:ph type="sldNum" sz="quarter" idx="5"/>
          </p:nvPr>
        </p:nvSpPr>
        <p:spPr/>
        <p:txBody>
          <a:bodyPr/>
          <a:lstStyle/>
          <a:p>
            <a:fld id="{369DA017-2F44-4592-94D8-18777622AEF3}" type="slidenum">
              <a:rPr lang="en-US" smtClean="0"/>
              <a:t>5</a:t>
            </a:fld>
            <a:endParaRPr lang="en-US"/>
          </a:p>
        </p:txBody>
      </p:sp>
    </p:spTree>
    <p:extLst>
      <p:ext uri="{BB962C8B-B14F-4D97-AF65-F5344CB8AC3E}">
        <p14:creationId xmlns:p14="http://schemas.microsoft.com/office/powerpoint/2010/main" val="851878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8F775-A178-4C54-8630-CA21869E3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C5F22-8373-4612-0306-1B3483F171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F9091-160C-BE3C-6B47-0DD98F86B56D}"/>
              </a:ext>
            </a:extLst>
          </p:cNvPr>
          <p:cNvSpPr>
            <a:spLocks noGrp="1"/>
          </p:cNvSpPr>
          <p:nvPr>
            <p:ph type="body" idx="1"/>
          </p:nvPr>
        </p:nvSpPr>
        <p:spPr/>
        <p:txBody>
          <a:bodyPr/>
          <a:lstStyle/>
          <a:p>
            <a:r>
              <a:rPr lang="en-US" dirty="0"/>
              <a:t>This slide shows the checklist in action. </a:t>
            </a:r>
          </a:p>
          <a:p>
            <a:r>
              <a:rPr lang="en-US" dirty="0"/>
              <a:t>The weak prompt is not useless, but it leaves too much unspecified. </a:t>
            </a:r>
          </a:p>
          <a:p>
            <a:r>
              <a:rPr lang="en-US" dirty="0"/>
              <a:t>The stronger version gives the AI a clearer job: summarize for a specific research decision. </a:t>
            </a:r>
          </a:p>
          <a:p>
            <a:r>
              <a:rPr lang="en-US" dirty="0"/>
              <a:t>It also tells the AI what matters: method, dataset, evaluation, limitations, and support for claims. </a:t>
            </a:r>
          </a:p>
          <a:p>
            <a:r>
              <a:rPr lang="en-US" dirty="0"/>
              <a:t>The point is not to make every prompt complicated. </a:t>
            </a:r>
          </a:p>
          <a:p>
            <a:r>
              <a:rPr lang="en-US" dirty="0"/>
              <a:t>The point is to include the information needed for the task.</a:t>
            </a:r>
          </a:p>
        </p:txBody>
      </p:sp>
      <p:sp>
        <p:nvSpPr>
          <p:cNvPr id="4" name="Slide Number Placeholder 3">
            <a:extLst>
              <a:ext uri="{FF2B5EF4-FFF2-40B4-BE49-F238E27FC236}">
                <a16:creationId xmlns:a16="http://schemas.microsoft.com/office/drawing/2014/main" id="{35D165CF-459B-7D28-624D-3CF802D02854}"/>
              </a:ext>
            </a:extLst>
          </p:cNvPr>
          <p:cNvSpPr>
            <a:spLocks noGrp="1"/>
          </p:cNvSpPr>
          <p:nvPr>
            <p:ph type="sldNum" sz="quarter" idx="5"/>
          </p:nvPr>
        </p:nvSpPr>
        <p:spPr/>
        <p:txBody>
          <a:bodyPr/>
          <a:lstStyle/>
          <a:p>
            <a:fld id="{369DA017-2F44-4592-94D8-18777622AEF3}" type="slidenum">
              <a:rPr lang="en-US" smtClean="0"/>
              <a:t>6</a:t>
            </a:fld>
            <a:endParaRPr lang="en-US"/>
          </a:p>
        </p:txBody>
      </p:sp>
    </p:spTree>
    <p:extLst>
      <p:ext uri="{BB962C8B-B14F-4D97-AF65-F5344CB8AC3E}">
        <p14:creationId xmlns:p14="http://schemas.microsoft.com/office/powerpoint/2010/main" val="1584594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F9457-8519-AE28-5AC4-6801E0562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1CD85-3FC5-238E-4455-C71EED438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752E9-7B83-E0E4-5B78-2D2859F30421}"/>
              </a:ext>
            </a:extLst>
          </p:cNvPr>
          <p:cNvSpPr>
            <a:spLocks noGrp="1"/>
          </p:cNvSpPr>
          <p:nvPr>
            <p:ph type="body" idx="1"/>
          </p:nvPr>
        </p:nvSpPr>
        <p:spPr/>
        <p:txBody>
          <a:bodyPr/>
          <a:lstStyle/>
          <a:p>
            <a:r>
              <a:rPr lang="en-US" dirty="0"/>
              <a:t>This slide applies the checklist to literature review work. </a:t>
            </a:r>
          </a:p>
          <a:p>
            <a:r>
              <a:rPr lang="en-US" dirty="0"/>
              <a:t>AI can help organize papers, compare methods, and identify themes. </a:t>
            </a:r>
          </a:p>
          <a:p>
            <a:r>
              <a:rPr lang="en-US" dirty="0"/>
              <a:t>But it should not be asked to invent consensus or fill missing evidence. </a:t>
            </a:r>
          </a:p>
          <a:p>
            <a:r>
              <a:rPr lang="en-US" dirty="0"/>
              <a:t>The researcher should specify which sources count, what comparison matters, and how uncertainty should be marked. </a:t>
            </a:r>
          </a:p>
          <a:p>
            <a:r>
              <a:rPr lang="en-US" dirty="0"/>
              <a:t>This keeps AI useful without outsourcing judgment.</a:t>
            </a:r>
          </a:p>
        </p:txBody>
      </p:sp>
      <p:sp>
        <p:nvSpPr>
          <p:cNvPr id="4" name="Slide Number Placeholder 3">
            <a:extLst>
              <a:ext uri="{FF2B5EF4-FFF2-40B4-BE49-F238E27FC236}">
                <a16:creationId xmlns:a16="http://schemas.microsoft.com/office/drawing/2014/main" id="{44509CE1-7B9A-5625-B3BD-525A5D76C706}"/>
              </a:ext>
            </a:extLst>
          </p:cNvPr>
          <p:cNvSpPr>
            <a:spLocks noGrp="1"/>
          </p:cNvSpPr>
          <p:nvPr>
            <p:ph type="sldNum" sz="quarter" idx="5"/>
          </p:nvPr>
        </p:nvSpPr>
        <p:spPr/>
        <p:txBody>
          <a:bodyPr/>
          <a:lstStyle/>
          <a:p>
            <a:fld id="{369DA017-2F44-4592-94D8-18777622AEF3}" type="slidenum">
              <a:rPr lang="en-US" smtClean="0"/>
              <a:t>7</a:t>
            </a:fld>
            <a:endParaRPr lang="en-US"/>
          </a:p>
        </p:txBody>
      </p:sp>
    </p:spTree>
    <p:extLst>
      <p:ext uri="{BB962C8B-B14F-4D97-AF65-F5344CB8AC3E}">
        <p14:creationId xmlns:p14="http://schemas.microsoft.com/office/powerpoint/2010/main" val="2849099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0F14F-D04F-B599-2F5F-2345230939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0EA42-DB0C-DCA8-C698-CD0E2667EB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8876D-5434-CB3A-99BE-669683D1C37C}"/>
              </a:ext>
            </a:extLst>
          </p:cNvPr>
          <p:cNvSpPr>
            <a:spLocks noGrp="1"/>
          </p:cNvSpPr>
          <p:nvPr>
            <p:ph type="body" idx="1"/>
          </p:nvPr>
        </p:nvSpPr>
        <p:spPr/>
        <p:txBody>
          <a:bodyPr/>
          <a:lstStyle/>
          <a:p>
            <a:r>
              <a:rPr lang="en-US" dirty="0"/>
              <a:t>This slide applies the prompt checklist to academic writing. </a:t>
            </a:r>
          </a:p>
          <a:p>
            <a:r>
              <a:rPr lang="en-US" dirty="0"/>
              <a:t>A vague writing request can cause the AI to rewrite too aggressively or change the meaning. </a:t>
            </a:r>
          </a:p>
          <a:p>
            <a:r>
              <a:rPr lang="en-US" dirty="0"/>
              <a:t>For research writing, the most important constraint is preserving the claim. </a:t>
            </a:r>
          </a:p>
          <a:p>
            <a:r>
              <a:rPr lang="en-US" dirty="0"/>
              <a:t>The researcher should specify whether the goal is clarity, structure, tone, concision, or citation support. </a:t>
            </a:r>
          </a:p>
          <a:p>
            <a:r>
              <a:rPr lang="en-US" dirty="0"/>
              <a:t>The AI can suggest improvements, but the researcher decides whether the revised text still says the right thing.</a:t>
            </a:r>
          </a:p>
        </p:txBody>
      </p:sp>
      <p:sp>
        <p:nvSpPr>
          <p:cNvPr id="4" name="Slide Number Placeholder 3">
            <a:extLst>
              <a:ext uri="{FF2B5EF4-FFF2-40B4-BE49-F238E27FC236}">
                <a16:creationId xmlns:a16="http://schemas.microsoft.com/office/drawing/2014/main" id="{17639EDE-853B-BDB4-2892-656E726D8CDC}"/>
              </a:ext>
            </a:extLst>
          </p:cNvPr>
          <p:cNvSpPr>
            <a:spLocks noGrp="1"/>
          </p:cNvSpPr>
          <p:nvPr>
            <p:ph type="sldNum" sz="quarter" idx="5"/>
          </p:nvPr>
        </p:nvSpPr>
        <p:spPr/>
        <p:txBody>
          <a:bodyPr/>
          <a:lstStyle/>
          <a:p>
            <a:fld id="{369DA017-2F44-4592-94D8-18777622AEF3}" type="slidenum">
              <a:rPr lang="en-US" smtClean="0"/>
              <a:t>8</a:t>
            </a:fld>
            <a:endParaRPr lang="en-US"/>
          </a:p>
        </p:txBody>
      </p:sp>
    </p:spTree>
    <p:extLst>
      <p:ext uri="{BB962C8B-B14F-4D97-AF65-F5344CB8AC3E}">
        <p14:creationId xmlns:p14="http://schemas.microsoft.com/office/powerpoint/2010/main" val="4213698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08AB9-4D43-0678-E472-CB903EFE3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A9BD86-99E7-4622-1C93-4B93C9DFCD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286A11-A316-B866-CE67-EE6F89E84C8B}"/>
              </a:ext>
            </a:extLst>
          </p:cNvPr>
          <p:cNvSpPr>
            <a:spLocks noGrp="1"/>
          </p:cNvSpPr>
          <p:nvPr>
            <p:ph type="body" idx="1"/>
          </p:nvPr>
        </p:nvSpPr>
        <p:spPr/>
        <p:txBody>
          <a:bodyPr/>
          <a:lstStyle/>
          <a:p>
            <a:r>
              <a:rPr lang="en-US" dirty="0"/>
              <a:t>This slide applies the checklist to coding, methods, and experiment planning. </a:t>
            </a:r>
          </a:p>
          <a:p>
            <a:r>
              <a:rPr lang="en-US" dirty="0"/>
              <a:t>A common mistake is asking for code too early. </a:t>
            </a:r>
          </a:p>
          <a:p>
            <a:r>
              <a:rPr lang="en-US" dirty="0"/>
              <a:t>For research code, the logic matters as much as the implementation. </a:t>
            </a:r>
          </a:p>
          <a:p>
            <a:r>
              <a:rPr lang="en-US" dirty="0"/>
              <a:t>A stronger request asks the AI to clarify assumptions, define inputs and outputs, identify risks, and suggest checks. </a:t>
            </a:r>
          </a:p>
          <a:p>
            <a:r>
              <a:rPr lang="en-US" dirty="0"/>
              <a:t>This makes the final code more useful and easier to verify.</a:t>
            </a:r>
          </a:p>
        </p:txBody>
      </p:sp>
      <p:sp>
        <p:nvSpPr>
          <p:cNvPr id="4" name="Slide Number Placeholder 3">
            <a:extLst>
              <a:ext uri="{FF2B5EF4-FFF2-40B4-BE49-F238E27FC236}">
                <a16:creationId xmlns:a16="http://schemas.microsoft.com/office/drawing/2014/main" id="{BAD46844-D2A3-53F2-9132-AC29631B2DB1}"/>
              </a:ext>
            </a:extLst>
          </p:cNvPr>
          <p:cNvSpPr>
            <a:spLocks noGrp="1"/>
          </p:cNvSpPr>
          <p:nvPr>
            <p:ph type="sldNum" sz="quarter" idx="5"/>
          </p:nvPr>
        </p:nvSpPr>
        <p:spPr/>
        <p:txBody>
          <a:bodyPr/>
          <a:lstStyle/>
          <a:p>
            <a:fld id="{369DA017-2F44-4592-94D8-18777622AEF3}" type="slidenum">
              <a:rPr lang="en-US" smtClean="0"/>
              <a:t>9</a:t>
            </a:fld>
            <a:endParaRPr lang="en-US"/>
          </a:p>
        </p:txBody>
      </p:sp>
    </p:spTree>
    <p:extLst>
      <p:ext uri="{BB962C8B-B14F-4D97-AF65-F5344CB8AC3E}">
        <p14:creationId xmlns:p14="http://schemas.microsoft.com/office/powerpoint/2010/main" val="1130684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F37F1-3206-787E-8603-20D1F7CF9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4EA97-3ABE-84D8-6D88-667FCDF76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62F8E2-31CF-C630-8FAF-30CEB043B917}"/>
              </a:ext>
            </a:extLst>
          </p:cNvPr>
          <p:cNvSpPr>
            <a:spLocks noGrp="1"/>
          </p:cNvSpPr>
          <p:nvPr>
            <p:ph type="body" idx="1"/>
          </p:nvPr>
        </p:nvSpPr>
        <p:spPr/>
        <p:txBody>
          <a:bodyPr/>
          <a:lstStyle/>
          <a:p>
            <a:r>
              <a:rPr lang="en-US" dirty="0"/>
              <a:t>This slide briefly shows that the presentation itself was created using the same structured approach. </a:t>
            </a:r>
          </a:p>
          <a:p>
            <a:r>
              <a:rPr lang="en-US" dirty="0"/>
              <a:t>The point is not to make the workflow the main topic. </a:t>
            </a:r>
          </a:p>
          <a:p>
            <a:r>
              <a:rPr lang="en-US" dirty="0"/>
              <a:t>The point is to show that complex AI-assisted work is easier when broken into stages. </a:t>
            </a:r>
          </a:p>
          <a:p>
            <a:r>
              <a:rPr lang="en-US" dirty="0"/>
              <a:t>Each stage had a specific purpose: research first, context second, slide plan third, slide drafting after that, and verification throughout. </a:t>
            </a:r>
          </a:p>
          <a:p>
            <a:r>
              <a:rPr lang="en-US" dirty="0"/>
              <a:t>This also models how researchers can use AI for literature work, writing, coding, or planning without asking one broad, underspecified question.</a:t>
            </a:r>
          </a:p>
        </p:txBody>
      </p:sp>
      <p:sp>
        <p:nvSpPr>
          <p:cNvPr id="4" name="Slide Number Placeholder 3">
            <a:extLst>
              <a:ext uri="{FF2B5EF4-FFF2-40B4-BE49-F238E27FC236}">
                <a16:creationId xmlns:a16="http://schemas.microsoft.com/office/drawing/2014/main" id="{A21565FA-7376-FA53-AFDA-4E1B6B378A08}"/>
              </a:ext>
            </a:extLst>
          </p:cNvPr>
          <p:cNvSpPr>
            <a:spLocks noGrp="1"/>
          </p:cNvSpPr>
          <p:nvPr>
            <p:ph type="sldNum" sz="quarter" idx="5"/>
          </p:nvPr>
        </p:nvSpPr>
        <p:spPr/>
        <p:txBody>
          <a:bodyPr/>
          <a:lstStyle/>
          <a:p>
            <a:fld id="{369DA017-2F44-4592-94D8-18777622AEF3}" type="slidenum">
              <a:rPr lang="en-US" smtClean="0"/>
              <a:t>10</a:t>
            </a:fld>
            <a:endParaRPr lang="en-US"/>
          </a:p>
        </p:txBody>
      </p:sp>
    </p:spTree>
    <p:extLst>
      <p:ext uri="{BB962C8B-B14F-4D97-AF65-F5344CB8AC3E}">
        <p14:creationId xmlns:p14="http://schemas.microsoft.com/office/powerpoint/2010/main" val="1792352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259F2-4E98-8B57-F552-D912EF227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45438-900C-8594-F45F-C0669BE3B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45939-0F76-7166-64A5-F0ABC88559CE}"/>
              </a:ext>
            </a:extLst>
          </p:cNvPr>
          <p:cNvSpPr>
            <a:spLocks noGrp="1"/>
          </p:cNvSpPr>
          <p:nvPr>
            <p:ph type="body" idx="1"/>
          </p:nvPr>
        </p:nvSpPr>
        <p:spPr/>
        <p:txBody>
          <a:bodyPr/>
          <a:lstStyle/>
          <a:p>
            <a:r>
              <a:rPr lang="en-US" dirty="0"/>
              <a:t>This slide adds the necessary guardrail. </a:t>
            </a:r>
          </a:p>
          <a:p>
            <a:r>
              <a:rPr lang="en-US" dirty="0"/>
              <a:t>Better prompts improve the chance of getting useful answers, but they do not guarantee correctness. </a:t>
            </a:r>
          </a:p>
          <a:p>
            <a:r>
              <a:rPr lang="en-US" dirty="0"/>
              <a:t>In research work, the final responsibility stays with the researcher. </a:t>
            </a:r>
          </a:p>
          <a:p>
            <a:r>
              <a:rPr lang="en-US" dirty="0"/>
              <a:t>This is especially important for literature reviews, writing, methods, and code. </a:t>
            </a:r>
          </a:p>
          <a:p>
            <a:r>
              <a:rPr lang="en-US" dirty="0"/>
              <a:t>A good AI response should still be checked against sources, assumptions, task scope, and evidence.</a:t>
            </a:r>
          </a:p>
        </p:txBody>
      </p:sp>
      <p:sp>
        <p:nvSpPr>
          <p:cNvPr id="4" name="Slide Number Placeholder 3">
            <a:extLst>
              <a:ext uri="{FF2B5EF4-FFF2-40B4-BE49-F238E27FC236}">
                <a16:creationId xmlns:a16="http://schemas.microsoft.com/office/drawing/2014/main" id="{4F196DE8-76C6-F72B-8CED-67CF30A0BCA7}"/>
              </a:ext>
            </a:extLst>
          </p:cNvPr>
          <p:cNvSpPr>
            <a:spLocks noGrp="1"/>
          </p:cNvSpPr>
          <p:nvPr>
            <p:ph type="sldNum" sz="quarter" idx="5"/>
          </p:nvPr>
        </p:nvSpPr>
        <p:spPr/>
        <p:txBody>
          <a:bodyPr/>
          <a:lstStyle/>
          <a:p>
            <a:fld id="{369DA017-2F44-4592-94D8-18777622AEF3}" type="slidenum">
              <a:rPr lang="en-US" smtClean="0"/>
              <a:t>11</a:t>
            </a:fld>
            <a:endParaRPr lang="en-US"/>
          </a:p>
        </p:txBody>
      </p:sp>
    </p:spTree>
    <p:extLst>
      <p:ext uri="{BB962C8B-B14F-4D97-AF65-F5344CB8AC3E}">
        <p14:creationId xmlns:p14="http://schemas.microsoft.com/office/powerpoint/2010/main" val="1662104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71BD5-84E0-2953-3E2D-71F98341D0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46327-8EC3-AD65-6BF9-164BDD51D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77F87-F845-EA83-11E7-7F2E8BC6EDF8}"/>
              </a:ext>
            </a:extLst>
          </p:cNvPr>
          <p:cNvSpPr>
            <a:spLocks noGrp="1"/>
          </p:cNvSpPr>
          <p:nvPr>
            <p:ph type="body" idx="1"/>
          </p:nvPr>
        </p:nvSpPr>
        <p:spPr/>
        <p:txBody>
          <a:bodyPr/>
          <a:lstStyle/>
          <a:p>
            <a:r>
              <a:rPr lang="en-US" dirty="0"/>
              <a:t>OpenAI. “Prompt engineering.” </a:t>
            </a:r>
          </a:p>
          <a:p>
            <a:r>
              <a:rPr lang="en-US" dirty="0"/>
              <a:t>Anthropic. “Prompting best practices.” </a:t>
            </a:r>
          </a:p>
          <a:p>
            <a:r>
              <a:rPr lang="en-US" dirty="0"/>
              <a:t>Google Cloud. “Overview of prompting strategies.”</a:t>
            </a:r>
          </a:p>
        </p:txBody>
      </p:sp>
      <p:sp>
        <p:nvSpPr>
          <p:cNvPr id="4" name="Slide Number Placeholder 3">
            <a:extLst>
              <a:ext uri="{FF2B5EF4-FFF2-40B4-BE49-F238E27FC236}">
                <a16:creationId xmlns:a16="http://schemas.microsoft.com/office/drawing/2014/main" id="{45EAE781-04C3-9C8A-8631-45144A0F285D}"/>
              </a:ext>
            </a:extLst>
          </p:cNvPr>
          <p:cNvSpPr>
            <a:spLocks noGrp="1"/>
          </p:cNvSpPr>
          <p:nvPr>
            <p:ph type="sldNum" sz="quarter" idx="5"/>
          </p:nvPr>
        </p:nvSpPr>
        <p:spPr/>
        <p:txBody>
          <a:bodyPr/>
          <a:lstStyle/>
          <a:p>
            <a:fld id="{369DA017-2F44-4592-94D8-18777622AEF3}" type="slidenum">
              <a:rPr lang="en-US" smtClean="0"/>
              <a:t>12</a:t>
            </a:fld>
            <a:endParaRPr lang="en-US"/>
          </a:p>
        </p:txBody>
      </p:sp>
    </p:spTree>
    <p:extLst>
      <p:ext uri="{BB962C8B-B14F-4D97-AF65-F5344CB8AC3E}">
        <p14:creationId xmlns:p14="http://schemas.microsoft.com/office/powerpoint/2010/main" val="41833777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Google Shape;344;g1f688af0ced_0_34">
            <a:extLst>
              <a:ext uri="{FF2B5EF4-FFF2-40B4-BE49-F238E27FC236}">
                <a16:creationId xmlns:a16="http://schemas.microsoft.com/office/drawing/2014/main" id="{441A1850-1F29-F8F9-5615-5BC364EA9028}"/>
              </a:ext>
            </a:extLst>
          </p:cNvPr>
          <p:cNvSpPr txBox="1">
            <a:spLocks/>
          </p:cNvSpPr>
          <p:nvPr userDrawn="1"/>
        </p:nvSpPr>
        <p:spPr>
          <a:xfrm>
            <a:off x="0" y="6378572"/>
            <a:ext cx="12192000" cy="479428"/>
          </a:xfrm>
          <a:prstGeom prst="rect">
            <a:avLst/>
          </a:prstGeom>
          <a:solidFill>
            <a:srgbClr val="FFC000"/>
          </a:solidFill>
          <a:ln>
            <a:noFill/>
          </a:ln>
        </p:spPr>
        <p:txBody>
          <a:bodyPr spcFirstLastPara="1" vert="horz" wrap="square" lIns="91425" tIns="91425" rIns="91425" bIns="91425" rtlCol="0" anchor="t" anchorCtr="0">
            <a:noAutofit/>
          </a:bodyPr>
          <a:lstStyle>
            <a:lvl1pPr algn="l" defTabSz="914400" rtl="0" eaLnBrk="1" latinLnBrk="0" hangingPunct="1">
              <a:spcBef>
                <a:spcPct val="0"/>
              </a:spcBef>
              <a:buNone/>
              <a:defRPr sz="3600" b="1" kern="1200">
                <a:solidFill>
                  <a:schemeClr val="accent1">
                    <a:lumMod val="75000"/>
                  </a:schemeClr>
                </a:solidFill>
                <a:latin typeface="+mj-lt"/>
                <a:ea typeface="+mj-ea"/>
                <a:cs typeface="+mj-cs"/>
              </a:defRPr>
            </a:lvl1pPr>
          </a:lstStyle>
          <a:p>
            <a:pPr>
              <a:spcBef>
                <a:spcPts val="0"/>
              </a:spcBef>
              <a:buClr>
                <a:schemeClr val="dk1"/>
              </a:buClr>
              <a:buSzPts val="3200"/>
              <a:buFont typeface="Arial"/>
              <a:buNone/>
            </a:pPr>
            <a:endParaRPr lang="en-US" dirty="0"/>
          </a:p>
        </p:txBody>
      </p:sp>
      <p:sp>
        <p:nvSpPr>
          <p:cNvPr id="2" name="Title 1"/>
          <p:cNvSpPr>
            <a:spLocks noGrp="1"/>
          </p:cNvSpPr>
          <p:nvPr>
            <p:ph type="ctrTitle" hasCustomPrompt="1"/>
          </p:nvPr>
        </p:nvSpPr>
        <p:spPr>
          <a:xfrm>
            <a:off x="914400" y="1828803"/>
            <a:ext cx="10363200" cy="1470025"/>
          </a:xfrm>
        </p:spPr>
        <p:txBody>
          <a:bodyPr>
            <a:normAutofit/>
          </a:bodyPr>
          <a:lstStyle>
            <a:lvl1pPr marL="0" marR="0" indent="0" algn="ctr" defTabSz="914400" rtl="0" eaLnBrk="1" fontAlgn="auto" latinLnBrk="0" hangingPunct="1">
              <a:lnSpc>
                <a:spcPct val="100000"/>
              </a:lnSpc>
              <a:spcBef>
                <a:spcPct val="0"/>
              </a:spcBef>
              <a:spcAft>
                <a:spcPts val="0"/>
              </a:spcAft>
              <a:buClrTx/>
              <a:buSzTx/>
              <a:buFontTx/>
              <a:buNone/>
              <a:tabLst/>
              <a:defRPr sz="4000" i="1">
                <a:solidFill>
                  <a:schemeClr val="accent1">
                    <a:lumMod val="75000"/>
                  </a:schemeClr>
                </a:solidFill>
              </a:defRPr>
            </a:lvl1pPr>
          </a:lstStyle>
          <a:p>
            <a:r>
              <a:rPr lang="en-US" dirty="0"/>
              <a:t>Title</a:t>
            </a:r>
          </a:p>
        </p:txBody>
      </p:sp>
      <p:sp>
        <p:nvSpPr>
          <p:cNvPr id="3" name="Subtitle 2"/>
          <p:cNvSpPr>
            <a:spLocks noGrp="1"/>
          </p:cNvSpPr>
          <p:nvPr>
            <p:ph type="subTitle" idx="1" hasCustomPrompt="1"/>
          </p:nvPr>
        </p:nvSpPr>
        <p:spPr>
          <a:xfrm>
            <a:off x="353516" y="4191000"/>
            <a:ext cx="11352249" cy="1905000"/>
          </a:xfrm>
        </p:spPr>
        <p:txBody>
          <a:bodyPr>
            <a:normAutofit/>
          </a:bodyPr>
          <a:lstStyle>
            <a:lvl1pPr marL="0" indent="0" algn="l">
              <a:buNone/>
              <a:defRPr sz="30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Authors</a:t>
            </a:r>
          </a:p>
          <a:p>
            <a:r>
              <a:rPr lang="en-US" dirty="0"/>
              <a:t>Affiliations</a:t>
            </a:r>
          </a:p>
        </p:txBody>
      </p:sp>
      <p:sp>
        <p:nvSpPr>
          <p:cNvPr id="4" name="Date Placeholder 3"/>
          <p:cNvSpPr>
            <a:spLocks noGrp="1"/>
          </p:cNvSpPr>
          <p:nvPr>
            <p:ph type="dt" sz="half" idx="10"/>
          </p:nvPr>
        </p:nvSpPr>
        <p:spPr>
          <a:xfrm>
            <a:off x="304800" y="6400803"/>
            <a:ext cx="2844800" cy="365125"/>
          </a:xfrm>
        </p:spPr>
        <p:txBody>
          <a:bodyPr/>
          <a:lstStyle>
            <a:lvl1pPr>
              <a:defRPr baseline="0">
                <a:solidFill>
                  <a:schemeClr val="tx1"/>
                </a:solidFill>
              </a:defRPr>
            </a:lvl1pPr>
          </a:lstStyle>
          <a:p>
            <a:fld id="{A0E76CCD-2E37-464C-97F3-D65E704E281F}" type="datetime1">
              <a:rPr lang="en-US" smtClean="0"/>
              <a:pPr/>
              <a:t>6/24/2026</a:t>
            </a:fld>
            <a:endParaRPr lang="en-US" dirty="0"/>
          </a:p>
        </p:txBody>
      </p:sp>
      <p:sp>
        <p:nvSpPr>
          <p:cNvPr id="5" name="Footer Placeholder 4"/>
          <p:cNvSpPr>
            <a:spLocks noGrp="1"/>
          </p:cNvSpPr>
          <p:nvPr>
            <p:ph type="ftr" sz="quarter" idx="11"/>
          </p:nvPr>
        </p:nvSpPr>
        <p:spPr>
          <a:xfrm>
            <a:off x="4470400" y="6400803"/>
            <a:ext cx="3860800" cy="365125"/>
          </a:xfrm>
        </p:spPr>
        <p:txBody>
          <a:bodyPr/>
          <a:lstStyle>
            <a:lvl1pPr>
              <a:defRPr baseline="0">
                <a:solidFill>
                  <a:schemeClr val="tx1"/>
                </a:solidFill>
              </a:defRPr>
            </a:lvl1pPr>
          </a:lstStyle>
          <a:p>
            <a:endParaRPr lang="en-US" dirty="0"/>
          </a:p>
        </p:txBody>
      </p:sp>
      <p:sp>
        <p:nvSpPr>
          <p:cNvPr id="6" name="Slide Number Placeholder 5"/>
          <p:cNvSpPr>
            <a:spLocks noGrp="1"/>
          </p:cNvSpPr>
          <p:nvPr>
            <p:ph type="sldNum" sz="quarter" idx="12"/>
          </p:nvPr>
        </p:nvSpPr>
        <p:spPr>
          <a:xfrm>
            <a:off x="9144000" y="6416678"/>
            <a:ext cx="2844800" cy="365125"/>
          </a:xfrm>
        </p:spPr>
        <p:txBody>
          <a:bodyPr/>
          <a:lstStyle>
            <a:lvl1pPr>
              <a:defRPr baseline="0">
                <a:solidFill>
                  <a:schemeClr val="tx1"/>
                </a:solidFill>
              </a:defRPr>
            </a:lvl1pPr>
          </a:lstStyle>
          <a:p>
            <a:fld id="{B6F15528-21DE-4FAA-801E-634DDDAF4B2B}" type="slidenum">
              <a:rPr lang="en-US" smtClean="0"/>
              <a:pPr/>
              <a:t>‹#›</a:t>
            </a:fld>
            <a:endParaRPr lang="en-US" dirty="0"/>
          </a:p>
        </p:txBody>
      </p:sp>
      <p:pic>
        <p:nvPicPr>
          <p:cNvPr id="7" name="Picture 6" descr="A picture containing logo&#10;&#10;Description automatically generated">
            <a:extLst>
              <a:ext uri="{FF2B5EF4-FFF2-40B4-BE49-F238E27FC236}">
                <a16:creationId xmlns:a16="http://schemas.microsoft.com/office/drawing/2014/main" id="{E2B9B1AC-B6A7-6FAE-6D63-0D8C09C2907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470"/>
          <a:stretch/>
        </p:blipFill>
        <p:spPr>
          <a:xfrm>
            <a:off x="353517" y="291059"/>
            <a:ext cx="4092454" cy="1060132"/>
          </a:xfrm>
          <a:prstGeom prst="rect">
            <a:avLst/>
          </a:prstGeom>
        </p:spPr>
      </p:pic>
      <p:pic>
        <p:nvPicPr>
          <p:cNvPr id="9" name="Picture 6">
            <a:extLst>
              <a:ext uri="{FF2B5EF4-FFF2-40B4-BE49-F238E27FC236}">
                <a16:creationId xmlns:a16="http://schemas.microsoft.com/office/drawing/2014/main" id="{0A65C3CA-26D5-DE20-9949-0F493D4B0C37}"/>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2650" t="6158" r="21136" b="16891"/>
          <a:stretch/>
        </p:blipFill>
        <p:spPr bwMode="auto">
          <a:xfrm>
            <a:off x="10972800" y="362940"/>
            <a:ext cx="732966"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A5D0B7AA-87BA-7C79-3F66-EFFF4B90AEB7}"/>
              </a:ext>
            </a:extLst>
          </p:cNvPr>
          <p:cNvSpPr txBox="1"/>
          <p:nvPr userDrawn="1"/>
        </p:nvSpPr>
        <p:spPr>
          <a:xfrm>
            <a:off x="8610600" y="352934"/>
            <a:ext cx="2528256" cy="772006"/>
          </a:xfrm>
          <a:prstGeom prst="rect">
            <a:avLst/>
          </a:prstGeom>
        </p:spPr>
        <p:txBody>
          <a:bodyPr vert="horz" wrap="none" lIns="91440" tIns="45720" rIns="91440" bIns="45720" rtlCol="0">
            <a:spAutoFit/>
          </a:bodyPr>
          <a:lstStyle/>
          <a:p>
            <a:pPr>
              <a:spcBef>
                <a:spcPts val="500"/>
              </a:spcBef>
            </a:pPr>
            <a:r>
              <a:rPr lang="en-US" sz="2000" b="1" i="1" cap="small" baseline="0" dirty="0">
                <a:solidFill>
                  <a:schemeClr val="accent1">
                    <a:lumMod val="75000"/>
                  </a:schemeClr>
                </a:solidFill>
              </a:rPr>
              <a:t>E</a:t>
            </a:r>
            <a:r>
              <a:rPr lang="en-US" sz="2000" b="1" i="1" cap="small" baseline="0" dirty="0"/>
              <a:t>mbedded </a:t>
            </a:r>
            <a:r>
              <a:rPr lang="en-US" sz="2000" b="1" i="1" cap="small" baseline="0" dirty="0">
                <a:solidFill>
                  <a:schemeClr val="accent1">
                    <a:lumMod val="75000"/>
                  </a:schemeClr>
                </a:solidFill>
              </a:rPr>
              <a:t>M</a:t>
            </a:r>
            <a:r>
              <a:rPr lang="en-US" sz="2000" b="1" i="1" cap="small" baseline="0" dirty="0"/>
              <a:t>achine </a:t>
            </a:r>
          </a:p>
          <a:p>
            <a:pPr>
              <a:spcBef>
                <a:spcPts val="500"/>
              </a:spcBef>
            </a:pPr>
            <a:r>
              <a:rPr lang="en-US" sz="2000" b="1" i="1" cap="small" baseline="0" dirty="0">
                <a:solidFill>
                  <a:schemeClr val="accent1">
                    <a:lumMod val="75000"/>
                  </a:schemeClr>
                </a:solidFill>
              </a:rPr>
              <a:t>I</a:t>
            </a:r>
            <a:r>
              <a:rPr lang="en-US" sz="2000" b="1" i="1" cap="small" baseline="0" dirty="0"/>
              <a:t>ntelligence </a:t>
            </a:r>
            <a:r>
              <a:rPr lang="en-US" sz="2000" b="1" i="1" cap="small" baseline="0" dirty="0">
                <a:solidFill>
                  <a:schemeClr val="accent1">
                    <a:lumMod val="75000"/>
                  </a:schemeClr>
                </a:solidFill>
              </a:rPr>
              <a:t>L</a:t>
            </a:r>
            <a:r>
              <a:rPr lang="en-US" sz="2000" b="1" i="1" cap="small" baseline="0" dirty="0"/>
              <a:t>ab</a:t>
            </a:r>
          </a:p>
        </p:txBody>
      </p:sp>
    </p:spTree>
    <p:extLst>
      <p:ext uri="{BB962C8B-B14F-4D97-AF65-F5344CB8AC3E}">
        <p14:creationId xmlns:p14="http://schemas.microsoft.com/office/powerpoint/2010/main" val="615110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Google Shape;344;g1f688af0ced_0_34">
            <a:extLst>
              <a:ext uri="{FF2B5EF4-FFF2-40B4-BE49-F238E27FC236}">
                <a16:creationId xmlns:a16="http://schemas.microsoft.com/office/drawing/2014/main" id="{EEA1ACE2-CCF0-DE52-662C-48F0C2434410}"/>
              </a:ext>
            </a:extLst>
          </p:cNvPr>
          <p:cNvSpPr txBox="1">
            <a:spLocks/>
          </p:cNvSpPr>
          <p:nvPr userDrawn="1"/>
        </p:nvSpPr>
        <p:spPr>
          <a:xfrm>
            <a:off x="228600" y="41278"/>
            <a:ext cx="11582400" cy="941707"/>
          </a:xfrm>
          <a:prstGeom prst="rect">
            <a:avLst/>
          </a:prstGeom>
          <a:solidFill>
            <a:srgbClr val="FFC000"/>
          </a:solidFill>
          <a:ln>
            <a:noFill/>
          </a:ln>
        </p:spPr>
        <p:txBody>
          <a:bodyPr spcFirstLastPara="1" vert="horz" wrap="square" lIns="91425" tIns="91425" rIns="91425" bIns="91425" rtlCol="0" anchor="t" anchorCtr="0">
            <a:noAutofit/>
          </a:bodyPr>
          <a:lstStyle>
            <a:lvl1pPr algn="l" defTabSz="914400" rtl="0" eaLnBrk="1" latinLnBrk="0" hangingPunct="1">
              <a:spcBef>
                <a:spcPct val="0"/>
              </a:spcBef>
              <a:buNone/>
              <a:defRPr sz="3600" b="1" kern="1200">
                <a:solidFill>
                  <a:schemeClr val="accent1">
                    <a:lumMod val="75000"/>
                  </a:schemeClr>
                </a:solidFill>
                <a:latin typeface="+mj-lt"/>
                <a:ea typeface="+mj-ea"/>
                <a:cs typeface="+mj-cs"/>
              </a:defRPr>
            </a:lvl1pPr>
          </a:lstStyle>
          <a:p>
            <a:pPr>
              <a:spcBef>
                <a:spcPts val="0"/>
              </a:spcBef>
              <a:buClr>
                <a:schemeClr val="dk1"/>
              </a:buClr>
              <a:buSzPts val="3200"/>
              <a:buFont typeface="Arial"/>
              <a:buNone/>
            </a:pPr>
            <a:endParaRPr lang="en-US" dirty="0"/>
          </a:p>
        </p:txBody>
      </p:sp>
      <p:sp>
        <p:nvSpPr>
          <p:cNvPr id="2" name="Title 1"/>
          <p:cNvSpPr>
            <a:spLocks noGrp="1"/>
          </p:cNvSpPr>
          <p:nvPr>
            <p:ph type="title"/>
          </p:nvPr>
        </p:nvSpPr>
        <p:spPr/>
        <p:txBody>
          <a:bodyPr/>
          <a:lstStyle>
            <a:lvl1pPr>
              <a:defRPr baseline="0">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A33B2C0-5ED3-478B-8D46-2A2B06C4DD17}"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7075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814BAF-3FA4-48E3-AD14-D051253FE824}"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6080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0DB7ADC-F4D5-47AC-A73A-A98570A8C4B0}"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23588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C3E225-29D3-42EC-8E8A-F199605A2C2A}" type="datetime1">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8144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381D04C0-76D4-45A8-854F-2D93A077BDB9}" type="datetime1">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8893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2486B3-440D-4AA6-94E9-A4061E7370DF}" type="datetime1">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28348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D4D658-3A6C-4BF7-8923-4859BA852273}"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75001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A3B38A-BC6C-43DB-A15A-DE94AE0AAE20}"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1958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1A4589-0C0C-4ED4-BD89-C69F4BAE30E1}"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92119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B0C035-D55B-4E2D-AB89-612E68EC87A6}"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862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41278"/>
            <a:ext cx="11582400" cy="92709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066803"/>
            <a:ext cx="10972800" cy="5059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0BA47-69B8-44FD-8EB4-204BEC5E3CBF}" type="datetime1">
              <a:rPr lang="en-US" smtClean="0"/>
              <a:t>6/24/2026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400">
                <a:solidFill>
                  <a:schemeClr val="tx1"/>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420328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3600" b="1" kern="1200">
          <a:solidFill>
            <a:schemeClr val="accent1">
              <a:lumMod val="75000"/>
            </a:schemeClr>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6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02007-200B-2BD2-9EB0-5EE2A6A353A4}"/>
              </a:ext>
            </a:extLst>
          </p:cNvPr>
          <p:cNvSpPr>
            <a:spLocks noGrp="1"/>
          </p:cNvSpPr>
          <p:nvPr>
            <p:ph type="ctrTitle"/>
          </p:nvPr>
        </p:nvSpPr>
        <p:spPr>
          <a:xfrm>
            <a:off x="381000" y="1943537"/>
            <a:ext cx="11646909" cy="1866464"/>
          </a:xfrm>
        </p:spPr>
        <p:txBody>
          <a:bodyPr>
            <a:normAutofit/>
          </a:bodyPr>
          <a:lstStyle/>
          <a:p>
            <a:r>
              <a:rPr lang="en-US" sz="3200" i="0" dirty="0"/>
              <a:t>Seminar: Asking AI Better Questions</a:t>
            </a:r>
          </a:p>
        </p:txBody>
      </p:sp>
      <p:sp>
        <p:nvSpPr>
          <p:cNvPr id="3" name="Subtitle 2">
            <a:extLst>
              <a:ext uri="{FF2B5EF4-FFF2-40B4-BE49-F238E27FC236}">
                <a16:creationId xmlns:a16="http://schemas.microsoft.com/office/drawing/2014/main" id="{2BD4870A-6E84-74F0-C9B3-359F697B9799}"/>
              </a:ext>
            </a:extLst>
          </p:cNvPr>
          <p:cNvSpPr>
            <a:spLocks noGrp="1"/>
          </p:cNvSpPr>
          <p:nvPr>
            <p:ph type="subTitle" idx="1"/>
          </p:nvPr>
        </p:nvSpPr>
        <p:spPr>
          <a:xfrm>
            <a:off x="1390650" y="4038599"/>
            <a:ext cx="9486900" cy="2302205"/>
          </a:xfrm>
        </p:spPr>
        <p:txBody>
          <a:bodyPr>
            <a:noAutofit/>
          </a:bodyPr>
          <a:lstStyle/>
          <a:p>
            <a:pPr algn="ctr"/>
            <a:r>
              <a:rPr lang="en-US" sz="2200" dirty="0"/>
              <a:t>Eric Kim</a:t>
            </a:r>
          </a:p>
          <a:p>
            <a:pPr algn="ctr"/>
            <a:r>
              <a:rPr lang="en-US" sz="2200" dirty="0"/>
              <a:t>Embedded Machine Intelligence Lab (EMIL)</a:t>
            </a:r>
          </a:p>
          <a:p>
            <a:pPr algn="ctr"/>
            <a:r>
              <a:rPr lang="en-US" sz="2200" dirty="0"/>
              <a:t>College of Health Solutions, </a:t>
            </a:r>
            <a:r>
              <a:rPr lang="en-US" sz="2000" dirty="0"/>
              <a:t>Arizona State University</a:t>
            </a:r>
          </a:p>
        </p:txBody>
      </p:sp>
      <p:sp>
        <p:nvSpPr>
          <p:cNvPr id="6" name="TextBox 5">
            <a:extLst>
              <a:ext uri="{FF2B5EF4-FFF2-40B4-BE49-F238E27FC236}">
                <a16:creationId xmlns:a16="http://schemas.microsoft.com/office/drawing/2014/main" id="{603C231C-77BE-92CE-D4D5-B84E19B523A5}"/>
              </a:ext>
            </a:extLst>
          </p:cNvPr>
          <p:cNvSpPr txBox="1"/>
          <p:nvPr/>
        </p:nvSpPr>
        <p:spPr>
          <a:xfrm>
            <a:off x="-10849" y="5897336"/>
            <a:ext cx="2539083" cy="307777"/>
          </a:xfrm>
          <a:prstGeom prst="rect">
            <a:avLst/>
          </a:prstGeom>
        </p:spPr>
        <p:txBody>
          <a:bodyPr vert="horz"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err="1">
                <a:ln>
                  <a:noFill/>
                </a:ln>
                <a:solidFill>
                  <a:prstClr val="black"/>
                </a:solidFill>
                <a:effectLst/>
                <a:uLnTx/>
                <a:uFillTx/>
                <a:latin typeface="Arial" panose="020B0604020202020204"/>
                <a:ea typeface="+mn-ea"/>
                <a:cs typeface="+mn-cs"/>
              </a:rPr>
              <a:t>www.ghasemzadeh.com</a:t>
            </a:r>
            <a:endParaRPr kumimoji="0" lang="en-US" sz="1400" b="0" i="1"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028" name="Picture 4" descr="The School of Computing and Augmented Intelligence at Arizona State  University is hiring for 13 open tenure and tenure-track faculty positions  - CRA">
            <a:extLst>
              <a:ext uri="{FF2B5EF4-FFF2-40B4-BE49-F238E27FC236}">
                <a16:creationId xmlns:a16="http://schemas.microsoft.com/office/drawing/2014/main" id="{B786F933-5D5D-1B3C-B989-F10EC88BDC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703" b="5427"/>
          <a:stretch>
            <a:fillRect/>
          </a:stretch>
        </p:blipFill>
        <p:spPr bwMode="auto">
          <a:xfrm>
            <a:off x="228598" y="381000"/>
            <a:ext cx="40386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FF8C207-EBDF-B132-BC73-F69070FD440A}"/>
              </a:ext>
            </a:extLst>
          </p:cNvPr>
          <p:cNvPicPr>
            <a:picLocks noChangeAspect="1"/>
          </p:cNvPicPr>
          <p:nvPr/>
        </p:nvPicPr>
        <p:blipFill>
          <a:blip r:embed="rId4"/>
          <a:stretch>
            <a:fillRect/>
          </a:stretch>
        </p:blipFill>
        <p:spPr>
          <a:xfrm>
            <a:off x="659729" y="4762935"/>
            <a:ext cx="1197929" cy="1193710"/>
          </a:xfrm>
          <a:prstGeom prst="rect">
            <a:avLst/>
          </a:prstGeom>
        </p:spPr>
      </p:pic>
    </p:spTree>
    <p:extLst>
      <p:ext uri="{BB962C8B-B14F-4D97-AF65-F5344CB8AC3E}">
        <p14:creationId xmlns:p14="http://schemas.microsoft.com/office/powerpoint/2010/main" val="295596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C277-AB7B-C2B0-5AD1-FBA2B00B1185}"/>
              </a:ext>
            </a:extLst>
          </p:cNvPr>
          <p:cNvSpPr>
            <a:spLocks noGrp="1"/>
          </p:cNvSpPr>
          <p:nvPr>
            <p:ph type="title"/>
          </p:nvPr>
        </p:nvSpPr>
        <p:spPr/>
        <p:txBody>
          <a:bodyPr/>
          <a:lstStyle/>
          <a:p>
            <a:r>
              <a:rPr lang="en-US" dirty="0"/>
              <a:t>The Current Problem</a:t>
            </a:r>
          </a:p>
        </p:txBody>
      </p:sp>
      <p:sp>
        <p:nvSpPr>
          <p:cNvPr id="4" name="Slide Number Placeholder 3">
            <a:extLst>
              <a:ext uri="{FF2B5EF4-FFF2-40B4-BE49-F238E27FC236}">
                <a16:creationId xmlns:a16="http://schemas.microsoft.com/office/drawing/2014/main" id="{734459A9-5B93-C1B9-238B-EA8D21A0970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D12C8A46-FD83-73BA-180A-606EAA23C58E}"/>
              </a:ext>
            </a:extLst>
          </p:cNvPr>
          <p:cNvSpPr>
            <a:spLocks noGrp="1"/>
          </p:cNvSpPr>
          <p:nvPr>
            <p:ph idx="1"/>
          </p:nvPr>
        </p:nvSpPr>
        <p:spPr>
          <a:xfrm>
            <a:off x="609600" y="1066803"/>
            <a:ext cx="5486400" cy="5059363"/>
          </a:xfrm>
        </p:spPr>
        <p:txBody>
          <a:bodyPr>
            <a:normAutofit/>
          </a:bodyPr>
          <a:lstStyle/>
          <a:p>
            <a:pPr marL="0" indent="0">
              <a:lnSpc>
                <a:spcPct val="150000"/>
              </a:lnSpc>
              <a:buNone/>
            </a:pPr>
            <a:r>
              <a:rPr lang="en-US" sz="3200" b="1" u="sng" dirty="0"/>
              <a:t>Current Uses of AI (for us)</a:t>
            </a:r>
          </a:p>
          <a:p>
            <a:pPr>
              <a:lnSpc>
                <a:spcPct val="150000"/>
              </a:lnSpc>
            </a:pPr>
            <a:r>
              <a:rPr lang="en-US" sz="2400" b="1" dirty="0"/>
              <a:t>Summarization of papers</a:t>
            </a:r>
          </a:p>
          <a:p>
            <a:pPr>
              <a:lnSpc>
                <a:spcPct val="150000"/>
              </a:lnSpc>
            </a:pPr>
            <a:r>
              <a:rPr lang="en-US" sz="2400" b="1" dirty="0"/>
              <a:t>Writing revision</a:t>
            </a:r>
          </a:p>
          <a:p>
            <a:pPr>
              <a:lnSpc>
                <a:spcPct val="150000"/>
              </a:lnSpc>
            </a:pPr>
            <a:r>
              <a:rPr lang="en-US" sz="2400" b="1" dirty="0"/>
              <a:t>Code debugging</a:t>
            </a:r>
          </a:p>
          <a:p>
            <a:pPr>
              <a:lnSpc>
                <a:spcPct val="150000"/>
              </a:lnSpc>
            </a:pPr>
            <a:r>
              <a:rPr lang="en-US" sz="2400" b="1" dirty="0"/>
              <a:t>Experiment planning</a:t>
            </a:r>
          </a:p>
          <a:p>
            <a:pPr>
              <a:lnSpc>
                <a:spcPct val="150000"/>
              </a:lnSpc>
            </a:pPr>
            <a:r>
              <a:rPr lang="en-US" sz="2400" b="1" dirty="0"/>
              <a:t>Idea brainstorming</a:t>
            </a:r>
          </a:p>
        </p:txBody>
      </p:sp>
      <p:sp>
        <p:nvSpPr>
          <p:cNvPr id="3" name="Content Placeholder 5">
            <a:extLst>
              <a:ext uri="{FF2B5EF4-FFF2-40B4-BE49-F238E27FC236}">
                <a16:creationId xmlns:a16="http://schemas.microsoft.com/office/drawing/2014/main" id="{546BA1EB-1B05-3331-9323-8430A86E021A}"/>
              </a:ext>
            </a:extLst>
          </p:cNvPr>
          <p:cNvSpPr txBox="1">
            <a:spLocks/>
          </p:cNvSpPr>
          <p:nvPr/>
        </p:nvSpPr>
        <p:spPr>
          <a:xfrm>
            <a:off x="6096000" y="1066803"/>
            <a:ext cx="5486400" cy="50593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6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sz="3200" b="1" u="sng" dirty="0"/>
              <a:t>Problems to consider</a:t>
            </a:r>
          </a:p>
          <a:p>
            <a:pPr>
              <a:lnSpc>
                <a:spcPct val="150000"/>
              </a:lnSpc>
            </a:pPr>
            <a:r>
              <a:rPr lang="en-US" sz="2400" b="1" dirty="0"/>
              <a:t>What </a:t>
            </a:r>
            <a:r>
              <a:rPr lang="en-US" sz="2400" b="1" i="1" dirty="0"/>
              <a:t>should</a:t>
            </a:r>
            <a:r>
              <a:rPr lang="en-US" sz="2400" i="1" dirty="0"/>
              <a:t> </a:t>
            </a:r>
            <a:r>
              <a:rPr lang="en-US" sz="2400" b="1" dirty="0"/>
              <a:t>the AI do?</a:t>
            </a:r>
          </a:p>
          <a:p>
            <a:pPr>
              <a:lnSpc>
                <a:spcPct val="150000"/>
              </a:lnSpc>
            </a:pPr>
            <a:r>
              <a:rPr lang="en-US" sz="2400" b="1" dirty="0"/>
              <a:t>What context is needed?</a:t>
            </a:r>
          </a:p>
          <a:p>
            <a:pPr>
              <a:lnSpc>
                <a:spcPct val="150000"/>
              </a:lnSpc>
            </a:pPr>
            <a:r>
              <a:rPr lang="en-US" sz="2400" b="1" dirty="0"/>
              <a:t>What are the limits?</a:t>
            </a:r>
          </a:p>
          <a:p>
            <a:pPr>
              <a:lnSpc>
                <a:spcPct val="150000"/>
              </a:lnSpc>
            </a:pPr>
            <a:r>
              <a:rPr lang="en-US" sz="2400" b="1" dirty="0"/>
              <a:t>What format do you want the answer?</a:t>
            </a:r>
          </a:p>
          <a:p>
            <a:pPr>
              <a:lnSpc>
                <a:spcPct val="150000"/>
              </a:lnSpc>
            </a:pPr>
            <a:r>
              <a:rPr lang="en-US" sz="2400" b="1" dirty="0"/>
              <a:t>How should the answer be verified?</a:t>
            </a:r>
          </a:p>
        </p:txBody>
      </p:sp>
    </p:spTree>
    <p:extLst>
      <p:ext uri="{BB962C8B-B14F-4D97-AF65-F5344CB8AC3E}">
        <p14:creationId xmlns:p14="http://schemas.microsoft.com/office/powerpoint/2010/main" val="296185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1A710-BA53-A925-8A9B-C0E6F5171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C50C7-F22C-A483-1A0D-8972324D771D}"/>
              </a:ext>
            </a:extLst>
          </p:cNvPr>
          <p:cNvSpPr>
            <a:spLocks noGrp="1"/>
          </p:cNvSpPr>
          <p:nvPr>
            <p:ph type="title"/>
          </p:nvPr>
        </p:nvSpPr>
        <p:spPr/>
        <p:txBody>
          <a:bodyPr/>
          <a:lstStyle/>
          <a:p>
            <a:r>
              <a:rPr lang="en-US" dirty="0"/>
              <a:t>What Goes Wrong</a:t>
            </a:r>
          </a:p>
        </p:txBody>
      </p:sp>
      <p:sp>
        <p:nvSpPr>
          <p:cNvPr id="4" name="Slide Number Placeholder 3">
            <a:extLst>
              <a:ext uri="{FF2B5EF4-FFF2-40B4-BE49-F238E27FC236}">
                <a16:creationId xmlns:a16="http://schemas.microsoft.com/office/drawing/2014/main" id="{F9A411A5-F78B-83CE-3AF4-35CF2584722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FCA01F43-AEE4-951E-1FD2-D7DA5DFB51CE}"/>
              </a:ext>
            </a:extLst>
          </p:cNvPr>
          <p:cNvSpPr>
            <a:spLocks noGrp="1"/>
          </p:cNvSpPr>
          <p:nvPr>
            <p:ph idx="1"/>
          </p:nvPr>
        </p:nvSpPr>
        <p:spPr>
          <a:xfrm>
            <a:off x="609600" y="1066803"/>
            <a:ext cx="5486400" cy="5059363"/>
          </a:xfrm>
        </p:spPr>
        <p:txBody>
          <a:bodyPr>
            <a:normAutofit/>
          </a:bodyPr>
          <a:lstStyle/>
          <a:p>
            <a:pPr marL="0" indent="0">
              <a:lnSpc>
                <a:spcPct val="150000"/>
              </a:lnSpc>
              <a:buNone/>
            </a:pPr>
            <a:r>
              <a:rPr lang="en-US" sz="3400" b="1" u="sng" dirty="0"/>
              <a:t>Common Missing Pieces</a:t>
            </a:r>
          </a:p>
          <a:p>
            <a:pPr marL="0" indent="0">
              <a:lnSpc>
                <a:spcPct val="150000"/>
              </a:lnSpc>
              <a:buNone/>
            </a:pPr>
            <a:r>
              <a:rPr lang="en-US" b="1" dirty="0"/>
              <a:t>Task:</a:t>
            </a:r>
          </a:p>
          <a:p>
            <a:pPr marL="0" indent="0">
              <a:lnSpc>
                <a:spcPct val="150000"/>
              </a:lnSpc>
              <a:buNone/>
            </a:pPr>
            <a:r>
              <a:rPr lang="en-US" b="1" dirty="0"/>
              <a:t>Context:</a:t>
            </a:r>
          </a:p>
          <a:p>
            <a:pPr marL="0" indent="0">
              <a:lnSpc>
                <a:spcPct val="150000"/>
              </a:lnSpc>
              <a:buNone/>
            </a:pPr>
            <a:r>
              <a:rPr lang="en-US" b="1" dirty="0"/>
              <a:t>Constraints:</a:t>
            </a:r>
          </a:p>
          <a:p>
            <a:pPr marL="0" indent="0">
              <a:lnSpc>
                <a:spcPct val="150000"/>
              </a:lnSpc>
              <a:buNone/>
            </a:pPr>
            <a:r>
              <a:rPr lang="en-US" b="1" dirty="0"/>
              <a:t>Output Format:</a:t>
            </a:r>
          </a:p>
          <a:p>
            <a:pPr marL="0" indent="0">
              <a:lnSpc>
                <a:spcPct val="150000"/>
              </a:lnSpc>
              <a:buNone/>
            </a:pPr>
            <a:r>
              <a:rPr lang="en-US" b="1" dirty="0"/>
              <a:t>Verification:</a:t>
            </a:r>
          </a:p>
        </p:txBody>
      </p:sp>
      <p:sp>
        <p:nvSpPr>
          <p:cNvPr id="3" name="Content Placeholder 5">
            <a:extLst>
              <a:ext uri="{FF2B5EF4-FFF2-40B4-BE49-F238E27FC236}">
                <a16:creationId xmlns:a16="http://schemas.microsoft.com/office/drawing/2014/main" id="{B821FB77-F6AF-5F24-209D-00FDA76470B1}"/>
              </a:ext>
            </a:extLst>
          </p:cNvPr>
          <p:cNvSpPr txBox="1">
            <a:spLocks/>
          </p:cNvSpPr>
          <p:nvPr/>
        </p:nvSpPr>
        <p:spPr>
          <a:xfrm>
            <a:off x="6096000" y="1066802"/>
            <a:ext cx="5486400" cy="50593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6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sz="3400" b="1" u="sng" dirty="0"/>
              <a:t>What Happens if Missing</a:t>
            </a:r>
          </a:p>
          <a:p>
            <a:pPr marL="0" indent="0">
              <a:lnSpc>
                <a:spcPct val="150000"/>
              </a:lnSpc>
              <a:buNone/>
            </a:pPr>
            <a:r>
              <a:rPr lang="en-US" b="1" dirty="0"/>
              <a:t>AI does wrong job</a:t>
            </a:r>
          </a:p>
          <a:p>
            <a:pPr marL="0" indent="0">
              <a:lnSpc>
                <a:spcPct val="150000"/>
              </a:lnSpc>
              <a:buNone/>
            </a:pPr>
            <a:r>
              <a:rPr lang="en-US" b="1" dirty="0"/>
              <a:t>Generic answer</a:t>
            </a:r>
          </a:p>
          <a:p>
            <a:pPr marL="0" indent="0">
              <a:lnSpc>
                <a:spcPct val="150000"/>
              </a:lnSpc>
              <a:buNone/>
            </a:pPr>
            <a:r>
              <a:rPr lang="en-US" b="1" dirty="0"/>
              <a:t>Out of scope</a:t>
            </a:r>
          </a:p>
          <a:p>
            <a:pPr marL="0" indent="0">
              <a:lnSpc>
                <a:spcPct val="150000"/>
              </a:lnSpc>
              <a:buNone/>
            </a:pPr>
            <a:r>
              <a:rPr lang="en-US" b="1" dirty="0"/>
              <a:t>Complex answer</a:t>
            </a:r>
          </a:p>
          <a:p>
            <a:pPr marL="0" indent="0">
              <a:lnSpc>
                <a:spcPct val="150000"/>
              </a:lnSpc>
              <a:buNone/>
            </a:pPr>
            <a:r>
              <a:rPr lang="en-US" b="1" dirty="0"/>
              <a:t>Unverified claims</a:t>
            </a:r>
          </a:p>
        </p:txBody>
      </p:sp>
    </p:spTree>
    <p:extLst>
      <p:ext uri="{BB962C8B-B14F-4D97-AF65-F5344CB8AC3E}">
        <p14:creationId xmlns:p14="http://schemas.microsoft.com/office/powerpoint/2010/main" val="2463985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6E700-A3AA-0172-56A2-6E2889E62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9103D-FC90-DB4B-57F6-CA0B57B77C7D}"/>
              </a:ext>
            </a:extLst>
          </p:cNvPr>
          <p:cNvSpPr>
            <a:spLocks noGrp="1"/>
          </p:cNvSpPr>
          <p:nvPr>
            <p:ph type="title"/>
          </p:nvPr>
        </p:nvSpPr>
        <p:spPr/>
        <p:txBody>
          <a:bodyPr/>
          <a:lstStyle/>
          <a:p>
            <a:r>
              <a:rPr lang="en-US" dirty="0"/>
              <a:t>Prompting Is Not Magic</a:t>
            </a:r>
          </a:p>
        </p:txBody>
      </p:sp>
      <p:sp>
        <p:nvSpPr>
          <p:cNvPr id="4" name="Slide Number Placeholder 3">
            <a:extLst>
              <a:ext uri="{FF2B5EF4-FFF2-40B4-BE49-F238E27FC236}">
                <a16:creationId xmlns:a16="http://schemas.microsoft.com/office/drawing/2014/main" id="{FA770313-B3CF-3D45-3C81-77CEA0EAA5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A81B19EE-3104-9AE8-1228-5DE6A9A4B5A0}"/>
              </a:ext>
            </a:extLst>
          </p:cNvPr>
          <p:cNvSpPr>
            <a:spLocks noGrp="1"/>
          </p:cNvSpPr>
          <p:nvPr>
            <p:ph idx="1"/>
          </p:nvPr>
        </p:nvSpPr>
        <p:spPr/>
        <p:txBody>
          <a:bodyPr>
            <a:normAutofit/>
          </a:bodyPr>
          <a:lstStyle/>
          <a:p>
            <a:pPr marL="0" indent="0">
              <a:buNone/>
            </a:pPr>
            <a:r>
              <a:rPr lang="en-US" sz="3200" b="1" dirty="0"/>
              <a:t>Prompting is Structured Instruction</a:t>
            </a:r>
          </a:p>
          <a:p>
            <a:r>
              <a:rPr lang="en-US" sz="3200" b="1" dirty="0"/>
              <a:t>Define the task</a:t>
            </a:r>
          </a:p>
          <a:p>
            <a:r>
              <a:rPr lang="en-US" sz="3200" b="1" dirty="0"/>
              <a:t>Give context</a:t>
            </a:r>
          </a:p>
          <a:p>
            <a:r>
              <a:rPr lang="en-US" sz="3200" b="1" dirty="0"/>
              <a:t>Set scope</a:t>
            </a:r>
          </a:p>
          <a:p>
            <a:r>
              <a:rPr lang="en-US" sz="3200" b="1" dirty="0"/>
              <a:t>Specify output format</a:t>
            </a:r>
          </a:p>
          <a:p>
            <a:r>
              <a:rPr lang="en-US" sz="3200" b="1" dirty="0"/>
              <a:t>Get verification</a:t>
            </a:r>
          </a:p>
        </p:txBody>
      </p:sp>
    </p:spTree>
    <p:extLst>
      <p:ext uri="{BB962C8B-B14F-4D97-AF65-F5344CB8AC3E}">
        <p14:creationId xmlns:p14="http://schemas.microsoft.com/office/powerpoint/2010/main" val="1416622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17474-FC69-9579-AA38-686178EB3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02F6C-45F2-9A78-CE1D-EE4C8E1C8C11}"/>
              </a:ext>
            </a:extLst>
          </p:cNvPr>
          <p:cNvSpPr>
            <a:spLocks noGrp="1"/>
          </p:cNvSpPr>
          <p:nvPr>
            <p:ph type="title"/>
          </p:nvPr>
        </p:nvSpPr>
        <p:spPr/>
        <p:txBody>
          <a:bodyPr/>
          <a:lstStyle/>
          <a:p>
            <a:r>
              <a:rPr lang="en-US" dirty="0"/>
              <a:t>A Practical Prompt Checklist</a:t>
            </a:r>
          </a:p>
        </p:txBody>
      </p:sp>
      <p:sp>
        <p:nvSpPr>
          <p:cNvPr id="4" name="Slide Number Placeholder 3">
            <a:extLst>
              <a:ext uri="{FF2B5EF4-FFF2-40B4-BE49-F238E27FC236}">
                <a16:creationId xmlns:a16="http://schemas.microsoft.com/office/drawing/2014/main" id="{6576B20C-80A9-BC74-4FE2-9FF8848312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6D03DBA0-0AE0-B052-A6C1-FEB8A15611A0}"/>
              </a:ext>
            </a:extLst>
          </p:cNvPr>
          <p:cNvSpPr>
            <a:spLocks noGrp="1"/>
          </p:cNvSpPr>
          <p:nvPr>
            <p:ph idx="1"/>
          </p:nvPr>
        </p:nvSpPr>
        <p:spPr>
          <a:xfrm>
            <a:off x="609600" y="1066803"/>
            <a:ext cx="5486400" cy="5059363"/>
          </a:xfrm>
        </p:spPr>
        <p:txBody>
          <a:bodyPr>
            <a:normAutofit/>
          </a:bodyPr>
          <a:lstStyle/>
          <a:p>
            <a:pPr marL="0" indent="0">
              <a:lnSpc>
                <a:spcPct val="150000"/>
              </a:lnSpc>
              <a:buNone/>
            </a:pPr>
            <a:r>
              <a:rPr lang="en-US" sz="3200" b="1" dirty="0"/>
              <a:t>Prompting Components</a:t>
            </a:r>
          </a:p>
          <a:p>
            <a:pPr>
              <a:lnSpc>
                <a:spcPct val="150000"/>
              </a:lnSpc>
            </a:pPr>
            <a:r>
              <a:rPr lang="en-US" sz="2800" b="1" dirty="0"/>
              <a:t>Task</a:t>
            </a:r>
          </a:p>
          <a:p>
            <a:pPr>
              <a:lnSpc>
                <a:spcPct val="150000"/>
              </a:lnSpc>
            </a:pPr>
            <a:r>
              <a:rPr lang="en-US" sz="2800" b="1" dirty="0"/>
              <a:t>Context</a:t>
            </a:r>
          </a:p>
          <a:p>
            <a:pPr>
              <a:lnSpc>
                <a:spcPct val="150000"/>
              </a:lnSpc>
            </a:pPr>
            <a:r>
              <a:rPr lang="en-US" sz="2800" b="1" dirty="0"/>
              <a:t>Constraints</a:t>
            </a:r>
          </a:p>
          <a:p>
            <a:pPr>
              <a:lnSpc>
                <a:spcPct val="150000"/>
              </a:lnSpc>
            </a:pPr>
            <a:r>
              <a:rPr lang="en-US" sz="2800" b="1" dirty="0"/>
              <a:t>Output</a:t>
            </a:r>
          </a:p>
          <a:p>
            <a:pPr>
              <a:lnSpc>
                <a:spcPct val="150000"/>
              </a:lnSpc>
            </a:pPr>
            <a:r>
              <a:rPr lang="en-US" sz="2800" b="1" dirty="0"/>
              <a:t>Verification</a:t>
            </a:r>
          </a:p>
        </p:txBody>
      </p:sp>
      <p:sp>
        <p:nvSpPr>
          <p:cNvPr id="3" name="Content Placeholder 5">
            <a:extLst>
              <a:ext uri="{FF2B5EF4-FFF2-40B4-BE49-F238E27FC236}">
                <a16:creationId xmlns:a16="http://schemas.microsoft.com/office/drawing/2014/main" id="{0F38450E-8FE9-41B3-F6D7-27EE6D09241E}"/>
              </a:ext>
            </a:extLst>
          </p:cNvPr>
          <p:cNvSpPr txBox="1">
            <a:spLocks/>
          </p:cNvSpPr>
          <p:nvPr/>
        </p:nvSpPr>
        <p:spPr>
          <a:xfrm>
            <a:off x="6096000" y="1066803"/>
            <a:ext cx="5486400" cy="5059363"/>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6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3500" b="1" dirty="0"/>
              <a:t>Guiding Questions</a:t>
            </a:r>
          </a:p>
          <a:p>
            <a:pPr>
              <a:lnSpc>
                <a:spcPct val="150000"/>
              </a:lnSpc>
            </a:pPr>
            <a:r>
              <a:rPr lang="en-US" sz="2800" b="1" dirty="0"/>
              <a:t>What do I want the AI to do?</a:t>
            </a:r>
          </a:p>
          <a:p>
            <a:pPr>
              <a:lnSpc>
                <a:spcPct val="150000"/>
              </a:lnSpc>
            </a:pPr>
            <a:r>
              <a:rPr lang="en-US" sz="2800" b="1" dirty="0"/>
              <a:t>What context does it need?</a:t>
            </a:r>
          </a:p>
          <a:p>
            <a:pPr>
              <a:lnSpc>
                <a:spcPct val="150000"/>
              </a:lnSpc>
            </a:pPr>
            <a:r>
              <a:rPr lang="en-US" sz="2800" b="1" dirty="0"/>
              <a:t>What rules, sources or scope should it cover?</a:t>
            </a:r>
          </a:p>
          <a:p>
            <a:pPr>
              <a:lnSpc>
                <a:spcPct val="150000"/>
              </a:lnSpc>
            </a:pPr>
            <a:r>
              <a:rPr lang="en-US" sz="2800" b="1" dirty="0"/>
              <a:t>What format should the answer be in?</a:t>
            </a:r>
          </a:p>
          <a:p>
            <a:pPr>
              <a:lnSpc>
                <a:spcPct val="150000"/>
              </a:lnSpc>
            </a:pPr>
            <a:r>
              <a:rPr lang="en-US" sz="2800" b="1" dirty="0"/>
              <a:t>How should the content be checked?</a:t>
            </a:r>
          </a:p>
        </p:txBody>
      </p:sp>
    </p:spTree>
    <p:extLst>
      <p:ext uri="{BB962C8B-B14F-4D97-AF65-F5344CB8AC3E}">
        <p14:creationId xmlns:p14="http://schemas.microsoft.com/office/powerpoint/2010/main" val="3631276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B40C2-893B-A50E-97FE-4564F5C6D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ACA050-01DD-666E-0403-A5D4E601D0F0}"/>
              </a:ext>
            </a:extLst>
          </p:cNvPr>
          <p:cNvSpPr>
            <a:spLocks noGrp="1"/>
          </p:cNvSpPr>
          <p:nvPr>
            <p:ph type="title"/>
          </p:nvPr>
        </p:nvSpPr>
        <p:spPr/>
        <p:txBody>
          <a:bodyPr/>
          <a:lstStyle/>
          <a:p>
            <a:r>
              <a:rPr lang="en-US" dirty="0"/>
              <a:t>Before and After Examples</a:t>
            </a:r>
          </a:p>
        </p:txBody>
      </p:sp>
      <p:sp>
        <p:nvSpPr>
          <p:cNvPr id="4" name="Slide Number Placeholder 3">
            <a:extLst>
              <a:ext uri="{FF2B5EF4-FFF2-40B4-BE49-F238E27FC236}">
                <a16:creationId xmlns:a16="http://schemas.microsoft.com/office/drawing/2014/main" id="{9DA5B206-C2B9-1DD3-8A6D-429B8C59B0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08AE9B7C-34CA-E8F0-BE7B-F91748443B46}"/>
              </a:ext>
            </a:extLst>
          </p:cNvPr>
          <p:cNvSpPr>
            <a:spLocks noGrp="1"/>
          </p:cNvSpPr>
          <p:nvPr>
            <p:ph idx="1"/>
          </p:nvPr>
        </p:nvSpPr>
        <p:spPr>
          <a:xfrm>
            <a:off x="609600" y="1066804"/>
            <a:ext cx="10972800" cy="3094990"/>
          </a:xfrm>
        </p:spPr>
        <p:txBody>
          <a:bodyPr>
            <a:normAutofit lnSpcReduction="10000"/>
          </a:bodyPr>
          <a:lstStyle/>
          <a:p>
            <a:pPr marL="0" indent="0">
              <a:buNone/>
            </a:pPr>
            <a:r>
              <a:rPr lang="en-US" sz="2800" b="1" dirty="0"/>
              <a:t>Weak Prompt</a:t>
            </a:r>
          </a:p>
          <a:p>
            <a:pPr marL="0" indent="0">
              <a:buNone/>
            </a:pPr>
            <a:r>
              <a:rPr lang="en-US" sz="2400" b="1" dirty="0"/>
              <a:t>	Summarize this paper.</a:t>
            </a:r>
            <a:endParaRPr lang="en-US" sz="2800" b="1" dirty="0"/>
          </a:p>
          <a:p>
            <a:pPr marL="0" indent="0">
              <a:buNone/>
            </a:pPr>
            <a:r>
              <a:rPr lang="en-US" sz="2800" b="1" dirty="0"/>
              <a:t>Stronger Prompt</a:t>
            </a:r>
          </a:p>
          <a:p>
            <a:pPr marL="0" indent="0">
              <a:buNone/>
            </a:pPr>
            <a:r>
              <a:rPr lang="en-US" sz="2400" b="1" dirty="0"/>
              <a:t>	Summarize this paper for a PhD student deciding whether it is relevant to an applied ML research project. Focus on the research question, dataset, method, evaluation, limitations, and whether the claims are well supported. Use bullet points and separate facts from interpretation.</a:t>
            </a:r>
          </a:p>
        </p:txBody>
      </p:sp>
      <p:graphicFrame>
        <p:nvGraphicFramePr>
          <p:cNvPr id="5" name="Table 4">
            <a:extLst>
              <a:ext uri="{FF2B5EF4-FFF2-40B4-BE49-F238E27FC236}">
                <a16:creationId xmlns:a16="http://schemas.microsoft.com/office/drawing/2014/main" id="{56DD4A7B-61C4-558E-151D-6B9E81AC0C4E}"/>
              </a:ext>
            </a:extLst>
          </p:cNvPr>
          <p:cNvGraphicFramePr>
            <a:graphicFrameLocks noGrp="1"/>
          </p:cNvGraphicFramePr>
          <p:nvPr>
            <p:extLst>
              <p:ext uri="{D42A27DB-BD31-4B8C-83A1-F6EECF244321}">
                <p14:modId xmlns:p14="http://schemas.microsoft.com/office/powerpoint/2010/main" val="4269896360"/>
              </p:ext>
            </p:extLst>
          </p:nvPr>
        </p:nvGraphicFramePr>
        <p:xfrm>
          <a:off x="609600" y="4161793"/>
          <a:ext cx="10972800" cy="2194560"/>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301888220"/>
                    </a:ext>
                  </a:extLst>
                </a:gridCol>
                <a:gridCol w="8366760">
                  <a:extLst>
                    <a:ext uri="{9D8B030D-6E8A-4147-A177-3AD203B41FA5}">
                      <a16:colId xmlns:a16="http://schemas.microsoft.com/office/drawing/2014/main" val="3722495541"/>
                    </a:ext>
                  </a:extLst>
                </a:gridCol>
              </a:tblGrid>
              <a:tr h="271992">
                <a:tc>
                  <a:txBody>
                    <a:bodyPr/>
                    <a:lstStyle/>
                    <a:p>
                      <a:r>
                        <a:rPr lang="en-US" b="1" dirty="0"/>
                        <a:t>Added</a:t>
                      </a:r>
                    </a:p>
                  </a:txBody>
                  <a:tcPr/>
                </a:tc>
                <a:tc>
                  <a:txBody>
                    <a:bodyPr/>
                    <a:lstStyle/>
                    <a:p>
                      <a:r>
                        <a:rPr lang="en-US" b="1" dirty="0"/>
                        <a:t>Why it helps</a:t>
                      </a:r>
                    </a:p>
                  </a:txBody>
                  <a:tcPr/>
                </a:tc>
                <a:extLst>
                  <a:ext uri="{0D108BD9-81ED-4DB2-BD59-A6C34878D82A}">
                    <a16:rowId xmlns:a16="http://schemas.microsoft.com/office/drawing/2014/main" val="4104395905"/>
                  </a:ext>
                </a:extLst>
              </a:tr>
              <a:tr h="271992">
                <a:tc>
                  <a:txBody>
                    <a:bodyPr/>
                    <a:lstStyle/>
                    <a:p>
                      <a:r>
                        <a:rPr lang="en-US" b="1" dirty="0"/>
                        <a:t>Task</a:t>
                      </a:r>
                    </a:p>
                  </a:txBody>
                  <a:tcPr/>
                </a:tc>
                <a:tc>
                  <a:txBody>
                    <a:bodyPr/>
                    <a:lstStyle/>
                    <a:p>
                      <a:r>
                        <a:rPr lang="en-US" b="1" dirty="0"/>
                        <a:t>Specify the type of summary</a:t>
                      </a:r>
                    </a:p>
                  </a:txBody>
                  <a:tcPr/>
                </a:tc>
                <a:extLst>
                  <a:ext uri="{0D108BD9-81ED-4DB2-BD59-A6C34878D82A}">
                    <a16:rowId xmlns:a16="http://schemas.microsoft.com/office/drawing/2014/main" val="2542939109"/>
                  </a:ext>
                </a:extLst>
              </a:tr>
              <a:tr h="271992">
                <a:tc>
                  <a:txBody>
                    <a:bodyPr/>
                    <a:lstStyle/>
                    <a:p>
                      <a:r>
                        <a:rPr lang="en-US" b="1" dirty="0"/>
                        <a:t>Context</a:t>
                      </a:r>
                    </a:p>
                  </a:txBody>
                  <a:tcPr/>
                </a:tc>
                <a:tc>
                  <a:txBody>
                    <a:bodyPr/>
                    <a:lstStyle/>
                    <a:p>
                      <a:r>
                        <a:rPr lang="en-US" b="1" dirty="0"/>
                        <a:t>Names the reader and purpose</a:t>
                      </a:r>
                    </a:p>
                  </a:txBody>
                  <a:tcPr/>
                </a:tc>
                <a:extLst>
                  <a:ext uri="{0D108BD9-81ED-4DB2-BD59-A6C34878D82A}">
                    <a16:rowId xmlns:a16="http://schemas.microsoft.com/office/drawing/2014/main" val="3050182847"/>
                  </a:ext>
                </a:extLst>
              </a:tr>
              <a:tr h="271992">
                <a:tc>
                  <a:txBody>
                    <a:bodyPr/>
                    <a:lstStyle/>
                    <a:p>
                      <a:r>
                        <a:rPr lang="en-US" b="1" dirty="0"/>
                        <a:t>Constraints</a:t>
                      </a:r>
                    </a:p>
                  </a:txBody>
                  <a:tcPr/>
                </a:tc>
                <a:tc>
                  <a:txBody>
                    <a:bodyPr/>
                    <a:lstStyle/>
                    <a:p>
                      <a:r>
                        <a:rPr lang="en-US" b="1" dirty="0"/>
                        <a:t>Limits scope of AI</a:t>
                      </a:r>
                    </a:p>
                  </a:txBody>
                  <a:tcPr/>
                </a:tc>
                <a:extLst>
                  <a:ext uri="{0D108BD9-81ED-4DB2-BD59-A6C34878D82A}">
                    <a16:rowId xmlns:a16="http://schemas.microsoft.com/office/drawing/2014/main" val="1574221852"/>
                  </a:ext>
                </a:extLst>
              </a:tr>
              <a:tr h="271992">
                <a:tc>
                  <a:txBody>
                    <a:bodyPr/>
                    <a:lstStyle/>
                    <a:p>
                      <a:r>
                        <a:rPr lang="en-US" b="1" dirty="0"/>
                        <a:t>Output</a:t>
                      </a:r>
                    </a:p>
                  </a:txBody>
                  <a:tcPr/>
                </a:tc>
                <a:tc>
                  <a:txBody>
                    <a:bodyPr/>
                    <a:lstStyle/>
                    <a:p>
                      <a:r>
                        <a:rPr lang="en-US" b="1" dirty="0"/>
                        <a:t>Bullet pointed format</a:t>
                      </a:r>
                    </a:p>
                  </a:txBody>
                  <a:tcPr/>
                </a:tc>
                <a:extLst>
                  <a:ext uri="{0D108BD9-81ED-4DB2-BD59-A6C34878D82A}">
                    <a16:rowId xmlns:a16="http://schemas.microsoft.com/office/drawing/2014/main" val="1744969850"/>
                  </a:ext>
                </a:extLst>
              </a:tr>
              <a:tr h="271992">
                <a:tc>
                  <a:txBody>
                    <a:bodyPr/>
                    <a:lstStyle/>
                    <a:p>
                      <a:r>
                        <a:rPr lang="en-US" b="1" dirty="0"/>
                        <a:t>Verification</a:t>
                      </a:r>
                    </a:p>
                  </a:txBody>
                  <a:tcPr/>
                </a:tc>
                <a:tc>
                  <a:txBody>
                    <a:bodyPr/>
                    <a:lstStyle/>
                    <a:p>
                      <a:r>
                        <a:rPr lang="en-US" b="1" dirty="0"/>
                        <a:t>Split interpretation and facts</a:t>
                      </a:r>
                    </a:p>
                  </a:txBody>
                  <a:tcPr/>
                </a:tc>
                <a:extLst>
                  <a:ext uri="{0D108BD9-81ED-4DB2-BD59-A6C34878D82A}">
                    <a16:rowId xmlns:a16="http://schemas.microsoft.com/office/drawing/2014/main" val="929606518"/>
                  </a:ext>
                </a:extLst>
              </a:tr>
            </a:tbl>
          </a:graphicData>
        </a:graphic>
      </p:graphicFrame>
    </p:spTree>
    <p:extLst>
      <p:ext uri="{BB962C8B-B14F-4D97-AF65-F5344CB8AC3E}">
        <p14:creationId xmlns:p14="http://schemas.microsoft.com/office/powerpoint/2010/main" val="2750724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C9AE9-59CD-FD27-620F-3FA4FE645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F71A38-83C9-A5EC-A3C7-2008D5B078D7}"/>
              </a:ext>
            </a:extLst>
          </p:cNvPr>
          <p:cNvSpPr>
            <a:spLocks noGrp="1"/>
          </p:cNvSpPr>
          <p:nvPr>
            <p:ph type="title"/>
          </p:nvPr>
        </p:nvSpPr>
        <p:spPr/>
        <p:txBody>
          <a:bodyPr/>
          <a:lstStyle/>
          <a:p>
            <a:r>
              <a:rPr lang="en-US" dirty="0"/>
              <a:t>Research Use Case 1: Literature</a:t>
            </a:r>
          </a:p>
        </p:txBody>
      </p:sp>
      <p:sp>
        <p:nvSpPr>
          <p:cNvPr id="4" name="Slide Number Placeholder 3">
            <a:extLst>
              <a:ext uri="{FF2B5EF4-FFF2-40B4-BE49-F238E27FC236}">
                <a16:creationId xmlns:a16="http://schemas.microsoft.com/office/drawing/2014/main" id="{E85F307B-3559-ED88-C05A-3E50ABF5A7A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7FADC646-184F-8F31-23FC-198C17B3C3C5}"/>
              </a:ext>
            </a:extLst>
          </p:cNvPr>
          <p:cNvSpPr>
            <a:spLocks noGrp="1"/>
          </p:cNvSpPr>
          <p:nvPr>
            <p:ph idx="1"/>
          </p:nvPr>
        </p:nvSpPr>
        <p:spPr>
          <a:xfrm>
            <a:off x="609600" y="1066804"/>
            <a:ext cx="10972800" cy="3094990"/>
          </a:xfrm>
        </p:spPr>
        <p:txBody>
          <a:bodyPr>
            <a:normAutofit/>
          </a:bodyPr>
          <a:lstStyle/>
          <a:p>
            <a:pPr marL="0" indent="0">
              <a:buNone/>
            </a:pPr>
            <a:r>
              <a:rPr lang="en-US" sz="2800" b="1" dirty="0"/>
              <a:t>Weak Prompt</a:t>
            </a:r>
          </a:p>
          <a:p>
            <a:pPr marL="0" indent="0">
              <a:buNone/>
            </a:pPr>
            <a:r>
              <a:rPr lang="en-US" sz="2400" b="1" dirty="0"/>
              <a:t>	What does this paper say?</a:t>
            </a:r>
            <a:endParaRPr lang="en-US" sz="2800" b="1" dirty="0"/>
          </a:p>
          <a:p>
            <a:pPr marL="0" indent="0">
              <a:buNone/>
            </a:pPr>
            <a:r>
              <a:rPr lang="en-US" sz="2800" b="1" dirty="0"/>
              <a:t>Stronger Prompt</a:t>
            </a:r>
          </a:p>
          <a:p>
            <a:pPr marL="0" indent="0">
              <a:buNone/>
            </a:pPr>
            <a:r>
              <a:rPr lang="en-US" sz="2400" b="1" dirty="0"/>
              <a:t>	Analyze this paper for a literature review. Identify the research question, dataset, method, outcome, validation approach, main limitation, and how it compares to the attached papers. Mark anything that is unclear or not supported by the text.</a:t>
            </a:r>
          </a:p>
        </p:txBody>
      </p:sp>
      <p:graphicFrame>
        <p:nvGraphicFramePr>
          <p:cNvPr id="5" name="Table 4">
            <a:extLst>
              <a:ext uri="{FF2B5EF4-FFF2-40B4-BE49-F238E27FC236}">
                <a16:creationId xmlns:a16="http://schemas.microsoft.com/office/drawing/2014/main" id="{78349B79-4178-CB19-AAC2-EBA4C5849756}"/>
              </a:ext>
            </a:extLst>
          </p:cNvPr>
          <p:cNvGraphicFramePr>
            <a:graphicFrameLocks noGrp="1"/>
          </p:cNvGraphicFramePr>
          <p:nvPr>
            <p:extLst>
              <p:ext uri="{D42A27DB-BD31-4B8C-83A1-F6EECF244321}">
                <p14:modId xmlns:p14="http://schemas.microsoft.com/office/powerpoint/2010/main" val="2854447878"/>
              </p:ext>
            </p:extLst>
          </p:nvPr>
        </p:nvGraphicFramePr>
        <p:xfrm>
          <a:off x="609600" y="4161793"/>
          <a:ext cx="10972800" cy="2194560"/>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301888220"/>
                    </a:ext>
                  </a:extLst>
                </a:gridCol>
                <a:gridCol w="8366760">
                  <a:extLst>
                    <a:ext uri="{9D8B030D-6E8A-4147-A177-3AD203B41FA5}">
                      <a16:colId xmlns:a16="http://schemas.microsoft.com/office/drawing/2014/main" val="3722495541"/>
                    </a:ext>
                  </a:extLst>
                </a:gridCol>
              </a:tblGrid>
              <a:tr h="271992">
                <a:tc>
                  <a:txBody>
                    <a:bodyPr/>
                    <a:lstStyle/>
                    <a:p>
                      <a:r>
                        <a:rPr lang="en-US" b="1" dirty="0"/>
                        <a:t>Added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Why it helps</a:t>
                      </a:r>
                    </a:p>
                  </a:txBody>
                  <a:tcPr/>
                </a:tc>
                <a:extLst>
                  <a:ext uri="{0D108BD9-81ED-4DB2-BD59-A6C34878D82A}">
                    <a16:rowId xmlns:a16="http://schemas.microsoft.com/office/drawing/2014/main" val="4104395905"/>
                  </a:ext>
                </a:extLst>
              </a:tr>
              <a:tr h="271992">
                <a:tc>
                  <a:txBody>
                    <a:bodyPr/>
                    <a:lstStyle/>
                    <a:p>
                      <a:r>
                        <a:rPr lang="en-US" b="1" dirty="0"/>
                        <a:t>Task</a:t>
                      </a:r>
                    </a:p>
                  </a:txBody>
                  <a:tcPr/>
                </a:tc>
                <a:tc>
                  <a:txBody>
                    <a:bodyPr/>
                    <a:lstStyle/>
                    <a:p>
                      <a:r>
                        <a:rPr lang="en-US" b="1" dirty="0"/>
                        <a:t>Paper analysis</a:t>
                      </a:r>
                    </a:p>
                  </a:txBody>
                  <a:tcPr/>
                </a:tc>
                <a:extLst>
                  <a:ext uri="{0D108BD9-81ED-4DB2-BD59-A6C34878D82A}">
                    <a16:rowId xmlns:a16="http://schemas.microsoft.com/office/drawing/2014/main" val="2542939109"/>
                  </a:ext>
                </a:extLst>
              </a:tr>
              <a:tr h="271992">
                <a:tc>
                  <a:txBody>
                    <a:bodyPr/>
                    <a:lstStyle/>
                    <a:p>
                      <a:r>
                        <a:rPr lang="en-US" b="1" dirty="0"/>
                        <a:t>Context</a:t>
                      </a:r>
                    </a:p>
                  </a:txBody>
                  <a:tcPr/>
                </a:tc>
                <a:tc>
                  <a:txBody>
                    <a:bodyPr/>
                    <a:lstStyle/>
                    <a:p>
                      <a:r>
                        <a:rPr lang="en-US" b="1" dirty="0"/>
                        <a:t>For a literature review</a:t>
                      </a:r>
                    </a:p>
                  </a:txBody>
                  <a:tcPr/>
                </a:tc>
                <a:extLst>
                  <a:ext uri="{0D108BD9-81ED-4DB2-BD59-A6C34878D82A}">
                    <a16:rowId xmlns:a16="http://schemas.microsoft.com/office/drawing/2014/main" val="3050182847"/>
                  </a:ext>
                </a:extLst>
              </a:tr>
              <a:tr h="271992">
                <a:tc>
                  <a:txBody>
                    <a:bodyPr/>
                    <a:lstStyle/>
                    <a:p>
                      <a:r>
                        <a:rPr lang="en-US" b="1" dirty="0"/>
                        <a:t>Constraints</a:t>
                      </a:r>
                    </a:p>
                  </a:txBody>
                  <a:tcPr/>
                </a:tc>
                <a:tc>
                  <a:txBody>
                    <a:bodyPr/>
                    <a:lstStyle/>
                    <a:p>
                      <a:r>
                        <a:rPr lang="en-US" b="1" dirty="0"/>
                        <a:t>Compare against attached papers only</a:t>
                      </a:r>
                    </a:p>
                  </a:txBody>
                  <a:tcPr/>
                </a:tc>
                <a:extLst>
                  <a:ext uri="{0D108BD9-81ED-4DB2-BD59-A6C34878D82A}">
                    <a16:rowId xmlns:a16="http://schemas.microsoft.com/office/drawing/2014/main" val="1574221852"/>
                  </a:ext>
                </a:extLst>
              </a:tr>
              <a:tr h="271992">
                <a:tc>
                  <a:txBody>
                    <a:bodyPr/>
                    <a:lstStyle/>
                    <a:p>
                      <a:r>
                        <a:rPr lang="en-US" b="1" dirty="0"/>
                        <a:t>Output</a:t>
                      </a:r>
                    </a:p>
                  </a:txBody>
                  <a:tcPr/>
                </a:tc>
                <a:tc>
                  <a:txBody>
                    <a:bodyPr/>
                    <a:lstStyle/>
                    <a:p>
                      <a:r>
                        <a:rPr lang="en-US" b="1" dirty="0"/>
                        <a:t>Comparison</a:t>
                      </a:r>
                    </a:p>
                  </a:txBody>
                  <a:tcPr/>
                </a:tc>
                <a:extLst>
                  <a:ext uri="{0D108BD9-81ED-4DB2-BD59-A6C34878D82A}">
                    <a16:rowId xmlns:a16="http://schemas.microsoft.com/office/drawing/2014/main" val="1744969850"/>
                  </a:ext>
                </a:extLst>
              </a:tr>
              <a:tr h="271992">
                <a:tc>
                  <a:txBody>
                    <a:bodyPr/>
                    <a:lstStyle/>
                    <a:p>
                      <a:r>
                        <a:rPr lang="en-US" b="1" dirty="0"/>
                        <a:t>Verification</a:t>
                      </a:r>
                    </a:p>
                  </a:txBody>
                  <a:tcPr/>
                </a:tc>
                <a:tc>
                  <a:txBody>
                    <a:bodyPr/>
                    <a:lstStyle/>
                    <a:p>
                      <a:r>
                        <a:rPr lang="en-US" b="1" dirty="0"/>
                        <a:t>Identify unclear/not supported</a:t>
                      </a:r>
                    </a:p>
                  </a:txBody>
                  <a:tcPr/>
                </a:tc>
                <a:extLst>
                  <a:ext uri="{0D108BD9-81ED-4DB2-BD59-A6C34878D82A}">
                    <a16:rowId xmlns:a16="http://schemas.microsoft.com/office/drawing/2014/main" val="929606518"/>
                  </a:ext>
                </a:extLst>
              </a:tr>
            </a:tbl>
          </a:graphicData>
        </a:graphic>
      </p:graphicFrame>
    </p:spTree>
    <p:extLst>
      <p:ext uri="{BB962C8B-B14F-4D97-AF65-F5344CB8AC3E}">
        <p14:creationId xmlns:p14="http://schemas.microsoft.com/office/powerpoint/2010/main" val="3754690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30073-4B65-7038-BF49-4DA44D92D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201D0-ED60-3908-BEDA-159AD3D34448}"/>
              </a:ext>
            </a:extLst>
          </p:cNvPr>
          <p:cNvSpPr>
            <a:spLocks noGrp="1"/>
          </p:cNvSpPr>
          <p:nvPr>
            <p:ph type="title"/>
          </p:nvPr>
        </p:nvSpPr>
        <p:spPr/>
        <p:txBody>
          <a:bodyPr/>
          <a:lstStyle/>
          <a:p>
            <a:r>
              <a:rPr lang="en-US" dirty="0"/>
              <a:t>Research Use Case 2: Writing</a:t>
            </a:r>
          </a:p>
        </p:txBody>
      </p:sp>
      <p:sp>
        <p:nvSpPr>
          <p:cNvPr id="4" name="Slide Number Placeholder 3">
            <a:extLst>
              <a:ext uri="{FF2B5EF4-FFF2-40B4-BE49-F238E27FC236}">
                <a16:creationId xmlns:a16="http://schemas.microsoft.com/office/drawing/2014/main" id="{0750D0D6-6418-3EB6-053F-3284B9FDD7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83F444F5-E2F9-A5E1-893B-5974B6DE3FCB}"/>
              </a:ext>
            </a:extLst>
          </p:cNvPr>
          <p:cNvSpPr>
            <a:spLocks noGrp="1"/>
          </p:cNvSpPr>
          <p:nvPr>
            <p:ph idx="1"/>
          </p:nvPr>
        </p:nvSpPr>
        <p:spPr>
          <a:xfrm>
            <a:off x="609600" y="1066804"/>
            <a:ext cx="10972800" cy="3094990"/>
          </a:xfrm>
        </p:spPr>
        <p:txBody>
          <a:bodyPr>
            <a:normAutofit/>
          </a:bodyPr>
          <a:lstStyle/>
          <a:p>
            <a:pPr marL="0" indent="0">
              <a:buNone/>
            </a:pPr>
            <a:r>
              <a:rPr lang="en-US" sz="2800" b="1" dirty="0"/>
              <a:t>Weak Prompt</a:t>
            </a:r>
          </a:p>
          <a:p>
            <a:pPr marL="0" indent="0">
              <a:buNone/>
            </a:pPr>
            <a:r>
              <a:rPr lang="en-US" sz="2400" b="1" dirty="0"/>
              <a:t>	Make this sound better.</a:t>
            </a:r>
            <a:endParaRPr lang="en-US" sz="2800" b="1" dirty="0"/>
          </a:p>
          <a:p>
            <a:pPr marL="0" indent="0">
              <a:buNone/>
            </a:pPr>
            <a:r>
              <a:rPr lang="en-US" sz="2800" b="1" dirty="0"/>
              <a:t>Stronger Prompt</a:t>
            </a:r>
          </a:p>
          <a:p>
            <a:pPr marL="0" indent="0">
              <a:buNone/>
            </a:pPr>
            <a:r>
              <a:rPr lang="en-US" sz="2400" b="1" dirty="0"/>
              <a:t>	Revise this paragraph for clarity and flow while preserving the original scientific meaning. Do not add new claims. Flag any sentence where the evidence seems missing, overstated, or unclear.</a:t>
            </a:r>
          </a:p>
        </p:txBody>
      </p:sp>
      <p:graphicFrame>
        <p:nvGraphicFramePr>
          <p:cNvPr id="5" name="Table 4">
            <a:extLst>
              <a:ext uri="{FF2B5EF4-FFF2-40B4-BE49-F238E27FC236}">
                <a16:creationId xmlns:a16="http://schemas.microsoft.com/office/drawing/2014/main" id="{1ECA9A3D-4E05-023F-088A-A00BAA2F2611}"/>
              </a:ext>
            </a:extLst>
          </p:cNvPr>
          <p:cNvGraphicFramePr>
            <a:graphicFrameLocks noGrp="1"/>
          </p:cNvGraphicFramePr>
          <p:nvPr>
            <p:extLst>
              <p:ext uri="{D42A27DB-BD31-4B8C-83A1-F6EECF244321}">
                <p14:modId xmlns:p14="http://schemas.microsoft.com/office/powerpoint/2010/main" val="1412826595"/>
              </p:ext>
            </p:extLst>
          </p:nvPr>
        </p:nvGraphicFramePr>
        <p:xfrm>
          <a:off x="609600" y="4161793"/>
          <a:ext cx="10972800" cy="2194560"/>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301888220"/>
                    </a:ext>
                  </a:extLst>
                </a:gridCol>
                <a:gridCol w="8366760">
                  <a:extLst>
                    <a:ext uri="{9D8B030D-6E8A-4147-A177-3AD203B41FA5}">
                      <a16:colId xmlns:a16="http://schemas.microsoft.com/office/drawing/2014/main" val="3722495541"/>
                    </a:ext>
                  </a:extLst>
                </a:gridCol>
              </a:tblGrid>
              <a:tr h="271992">
                <a:tc>
                  <a:txBody>
                    <a:bodyPr/>
                    <a:lstStyle/>
                    <a:p>
                      <a:r>
                        <a:rPr lang="en-US" b="1" dirty="0"/>
                        <a:t>Added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Why it helps</a:t>
                      </a:r>
                    </a:p>
                  </a:txBody>
                  <a:tcPr/>
                </a:tc>
                <a:extLst>
                  <a:ext uri="{0D108BD9-81ED-4DB2-BD59-A6C34878D82A}">
                    <a16:rowId xmlns:a16="http://schemas.microsoft.com/office/drawing/2014/main" val="4104395905"/>
                  </a:ext>
                </a:extLst>
              </a:tr>
              <a:tr h="271992">
                <a:tc>
                  <a:txBody>
                    <a:bodyPr/>
                    <a:lstStyle/>
                    <a:p>
                      <a:r>
                        <a:rPr lang="en-US" b="1" dirty="0"/>
                        <a:t>Task</a:t>
                      </a:r>
                    </a:p>
                  </a:txBody>
                  <a:tcPr/>
                </a:tc>
                <a:tc>
                  <a:txBody>
                    <a:bodyPr/>
                    <a:lstStyle/>
                    <a:p>
                      <a:r>
                        <a:rPr lang="en-US" b="1" dirty="0"/>
                        <a:t>Revision</a:t>
                      </a:r>
                    </a:p>
                  </a:txBody>
                  <a:tcPr/>
                </a:tc>
                <a:extLst>
                  <a:ext uri="{0D108BD9-81ED-4DB2-BD59-A6C34878D82A}">
                    <a16:rowId xmlns:a16="http://schemas.microsoft.com/office/drawing/2014/main" val="2542939109"/>
                  </a:ext>
                </a:extLst>
              </a:tr>
              <a:tr h="271992">
                <a:tc>
                  <a:txBody>
                    <a:bodyPr/>
                    <a:lstStyle/>
                    <a:p>
                      <a:r>
                        <a:rPr lang="en-US" b="1" dirty="0"/>
                        <a:t>Context</a:t>
                      </a:r>
                    </a:p>
                  </a:txBody>
                  <a:tcPr/>
                </a:tc>
                <a:tc>
                  <a:txBody>
                    <a:bodyPr/>
                    <a:lstStyle/>
                    <a:p>
                      <a:r>
                        <a:rPr lang="en-US" b="1" dirty="0"/>
                        <a:t>Preserve original meaning</a:t>
                      </a:r>
                    </a:p>
                  </a:txBody>
                  <a:tcPr/>
                </a:tc>
                <a:extLst>
                  <a:ext uri="{0D108BD9-81ED-4DB2-BD59-A6C34878D82A}">
                    <a16:rowId xmlns:a16="http://schemas.microsoft.com/office/drawing/2014/main" val="3050182847"/>
                  </a:ext>
                </a:extLst>
              </a:tr>
              <a:tr h="271992">
                <a:tc>
                  <a:txBody>
                    <a:bodyPr/>
                    <a:lstStyle/>
                    <a:p>
                      <a:r>
                        <a:rPr lang="en-US" b="1" dirty="0"/>
                        <a:t>Constraints</a:t>
                      </a:r>
                    </a:p>
                  </a:txBody>
                  <a:tcPr/>
                </a:tc>
                <a:tc>
                  <a:txBody>
                    <a:bodyPr/>
                    <a:lstStyle/>
                    <a:p>
                      <a:r>
                        <a:rPr lang="en-US" b="1" dirty="0"/>
                        <a:t>No new claims</a:t>
                      </a:r>
                    </a:p>
                  </a:txBody>
                  <a:tcPr/>
                </a:tc>
                <a:extLst>
                  <a:ext uri="{0D108BD9-81ED-4DB2-BD59-A6C34878D82A}">
                    <a16:rowId xmlns:a16="http://schemas.microsoft.com/office/drawing/2014/main" val="1574221852"/>
                  </a:ext>
                </a:extLst>
              </a:tr>
              <a:tr h="271992">
                <a:tc>
                  <a:txBody>
                    <a:bodyPr/>
                    <a:lstStyle/>
                    <a:p>
                      <a:r>
                        <a:rPr lang="en-US" b="1" dirty="0"/>
                        <a:t>Output</a:t>
                      </a:r>
                    </a:p>
                  </a:txBody>
                  <a:tcPr/>
                </a:tc>
                <a:tc>
                  <a:txBody>
                    <a:bodyPr/>
                    <a:lstStyle/>
                    <a:p>
                      <a:r>
                        <a:rPr lang="en-US" b="1" dirty="0"/>
                        <a:t>New sentence with flags</a:t>
                      </a:r>
                    </a:p>
                  </a:txBody>
                  <a:tcPr/>
                </a:tc>
                <a:extLst>
                  <a:ext uri="{0D108BD9-81ED-4DB2-BD59-A6C34878D82A}">
                    <a16:rowId xmlns:a16="http://schemas.microsoft.com/office/drawing/2014/main" val="1744969850"/>
                  </a:ext>
                </a:extLst>
              </a:tr>
              <a:tr h="271992">
                <a:tc>
                  <a:txBody>
                    <a:bodyPr/>
                    <a:lstStyle/>
                    <a:p>
                      <a:r>
                        <a:rPr lang="en-US" b="1" dirty="0"/>
                        <a:t>Verification</a:t>
                      </a:r>
                    </a:p>
                  </a:txBody>
                  <a:tcPr/>
                </a:tc>
                <a:tc>
                  <a:txBody>
                    <a:bodyPr/>
                    <a:lstStyle/>
                    <a:p>
                      <a:r>
                        <a:rPr lang="en-US" b="1" dirty="0"/>
                        <a:t>Identify unclear/missing/overstated</a:t>
                      </a:r>
                    </a:p>
                  </a:txBody>
                  <a:tcPr/>
                </a:tc>
                <a:extLst>
                  <a:ext uri="{0D108BD9-81ED-4DB2-BD59-A6C34878D82A}">
                    <a16:rowId xmlns:a16="http://schemas.microsoft.com/office/drawing/2014/main" val="929606518"/>
                  </a:ext>
                </a:extLst>
              </a:tr>
            </a:tbl>
          </a:graphicData>
        </a:graphic>
      </p:graphicFrame>
    </p:spTree>
    <p:extLst>
      <p:ext uri="{BB962C8B-B14F-4D97-AF65-F5344CB8AC3E}">
        <p14:creationId xmlns:p14="http://schemas.microsoft.com/office/powerpoint/2010/main" val="1317667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0D144-F179-814D-5FC4-7EAAA2FF3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39DA7-3A8F-25C6-D054-75CF93EA2605}"/>
              </a:ext>
            </a:extLst>
          </p:cNvPr>
          <p:cNvSpPr>
            <a:spLocks noGrp="1"/>
          </p:cNvSpPr>
          <p:nvPr>
            <p:ph type="title"/>
          </p:nvPr>
        </p:nvSpPr>
        <p:spPr/>
        <p:txBody>
          <a:bodyPr/>
          <a:lstStyle/>
          <a:p>
            <a:r>
              <a:rPr lang="en-US" dirty="0"/>
              <a:t>Research Use Case 3: Coding / Methods</a:t>
            </a:r>
          </a:p>
        </p:txBody>
      </p:sp>
      <p:sp>
        <p:nvSpPr>
          <p:cNvPr id="4" name="Slide Number Placeholder 3">
            <a:extLst>
              <a:ext uri="{FF2B5EF4-FFF2-40B4-BE49-F238E27FC236}">
                <a16:creationId xmlns:a16="http://schemas.microsoft.com/office/drawing/2014/main" id="{8D03524B-4BC2-638F-BE09-1EFA5C3BFB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28AD9176-90F3-93EF-438F-29BB36FA3757}"/>
              </a:ext>
            </a:extLst>
          </p:cNvPr>
          <p:cNvSpPr>
            <a:spLocks noGrp="1"/>
          </p:cNvSpPr>
          <p:nvPr>
            <p:ph idx="1"/>
          </p:nvPr>
        </p:nvSpPr>
        <p:spPr>
          <a:xfrm>
            <a:off x="609600" y="1066804"/>
            <a:ext cx="10972800" cy="3094990"/>
          </a:xfrm>
        </p:spPr>
        <p:txBody>
          <a:bodyPr>
            <a:normAutofit/>
          </a:bodyPr>
          <a:lstStyle/>
          <a:p>
            <a:pPr marL="0" indent="0">
              <a:buNone/>
            </a:pPr>
            <a:r>
              <a:rPr lang="en-US" sz="2800" b="1" dirty="0"/>
              <a:t>Weak Prompt</a:t>
            </a:r>
          </a:p>
          <a:p>
            <a:pPr marL="0" indent="0">
              <a:buNone/>
            </a:pPr>
            <a:r>
              <a:rPr lang="en-US" sz="2400" b="1" dirty="0"/>
              <a:t>	Write code for my experiment.</a:t>
            </a:r>
            <a:endParaRPr lang="en-US" sz="2800" b="1" dirty="0"/>
          </a:p>
          <a:p>
            <a:pPr marL="0" indent="0">
              <a:buNone/>
            </a:pPr>
            <a:r>
              <a:rPr lang="en-US" sz="2800" b="1" dirty="0"/>
              <a:t>Stronger Prompt</a:t>
            </a:r>
          </a:p>
          <a:p>
            <a:pPr marL="0" indent="0">
              <a:buNone/>
            </a:pPr>
            <a:r>
              <a:rPr lang="en-US" sz="2400" b="1" dirty="0"/>
              <a:t>	Help me design a Python workflow for this experiment. First restate the goal, assumptions, inputs, outputs, and evaluation plan. Then propose code structure. Flag any methodological risks before writing code.</a:t>
            </a:r>
          </a:p>
        </p:txBody>
      </p:sp>
      <p:graphicFrame>
        <p:nvGraphicFramePr>
          <p:cNvPr id="5" name="Table 4">
            <a:extLst>
              <a:ext uri="{FF2B5EF4-FFF2-40B4-BE49-F238E27FC236}">
                <a16:creationId xmlns:a16="http://schemas.microsoft.com/office/drawing/2014/main" id="{7FAA9B9E-1143-136D-9E01-87A668FC57AE}"/>
              </a:ext>
            </a:extLst>
          </p:cNvPr>
          <p:cNvGraphicFramePr>
            <a:graphicFrameLocks noGrp="1"/>
          </p:cNvGraphicFramePr>
          <p:nvPr>
            <p:extLst>
              <p:ext uri="{D42A27DB-BD31-4B8C-83A1-F6EECF244321}">
                <p14:modId xmlns:p14="http://schemas.microsoft.com/office/powerpoint/2010/main" val="2550113476"/>
              </p:ext>
            </p:extLst>
          </p:nvPr>
        </p:nvGraphicFramePr>
        <p:xfrm>
          <a:off x="609600" y="4161793"/>
          <a:ext cx="10972800" cy="2194560"/>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301888220"/>
                    </a:ext>
                  </a:extLst>
                </a:gridCol>
                <a:gridCol w="8366760">
                  <a:extLst>
                    <a:ext uri="{9D8B030D-6E8A-4147-A177-3AD203B41FA5}">
                      <a16:colId xmlns:a16="http://schemas.microsoft.com/office/drawing/2014/main" val="3722495541"/>
                    </a:ext>
                  </a:extLst>
                </a:gridCol>
              </a:tblGrid>
              <a:tr h="271992">
                <a:tc>
                  <a:txBody>
                    <a:bodyPr/>
                    <a:lstStyle/>
                    <a:p>
                      <a:r>
                        <a:rPr lang="en-US" b="1" dirty="0"/>
                        <a:t>Added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Why it helps</a:t>
                      </a:r>
                    </a:p>
                  </a:txBody>
                  <a:tcPr/>
                </a:tc>
                <a:extLst>
                  <a:ext uri="{0D108BD9-81ED-4DB2-BD59-A6C34878D82A}">
                    <a16:rowId xmlns:a16="http://schemas.microsoft.com/office/drawing/2014/main" val="4104395905"/>
                  </a:ext>
                </a:extLst>
              </a:tr>
              <a:tr h="271992">
                <a:tc>
                  <a:txBody>
                    <a:bodyPr/>
                    <a:lstStyle/>
                    <a:p>
                      <a:r>
                        <a:rPr lang="en-US" b="1" dirty="0"/>
                        <a:t>Task</a:t>
                      </a:r>
                    </a:p>
                  </a:txBody>
                  <a:tcPr/>
                </a:tc>
                <a:tc>
                  <a:txBody>
                    <a:bodyPr/>
                    <a:lstStyle/>
                    <a:p>
                      <a:r>
                        <a:rPr lang="en-US" b="1" dirty="0"/>
                        <a:t>Write code</a:t>
                      </a:r>
                    </a:p>
                  </a:txBody>
                  <a:tcPr/>
                </a:tc>
                <a:extLst>
                  <a:ext uri="{0D108BD9-81ED-4DB2-BD59-A6C34878D82A}">
                    <a16:rowId xmlns:a16="http://schemas.microsoft.com/office/drawing/2014/main" val="2542939109"/>
                  </a:ext>
                </a:extLst>
              </a:tr>
              <a:tr h="271992">
                <a:tc>
                  <a:txBody>
                    <a:bodyPr/>
                    <a:lstStyle/>
                    <a:p>
                      <a:r>
                        <a:rPr lang="en-US" b="1" dirty="0"/>
                        <a:t>Context</a:t>
                      </a:r>
                    </a:p>
                  </a:txBody>
                  <a:tcPr/>
                </a:tc>
                <a:tc>
                  <a:txBody>
                    <a:bodyPr/>
                    <a:lstStyle/>
                    <a:p>
                      <a:r>
                        <a:rPr lang="en-US" b="1" dirty="0"/>
                        <a:t>Workflow for experiment</a:t>
                      </a:r>
                    </a:p>
                  </a:txBody>
                  <a:tcPr/>
                </a:tc>
                <a:extLst>
                  <a:ext uri="{0D108BD9-81ED-4DB2-BD59-A6C34878D82A}">
                    <a16:rowId xmlns:a16="http://schemas.microsoft.com/office/drawing/2014/main" val="3050182847"/>
                  </a:ext>
                </a:extLst>
              </a:tr>
              <a:tr h="271992">
                <a:tc>
                  <a:txBody>
                    <a:bodyPr/>
                    <a:lstStyle/>
                    <a:p>
                      <a:r>
                        <a:rPr lang="en-US" b="1" dirty="0"/>
                        <a:t>Constraints</a:t>
                      </a:r>
                    </a:p>
                  </a:txBody>
                  <a:tcPr/>
                </a:tc>
                <a:tc>
                  <a:txBody>
                    <a:bodyPr/>
                    <a:lstStyle/>
                    <a:p>
                      <a:r>
                        <a:rPr lang="en-US" b="1" dirty="0"/>
                        <a:t>Python</a:t>
                      </a:r>
                    </a:p>
                  </a:txBody>
                  <a:tcPr/>
                </a:tc>
                <a:extLst>
                  <a:ext uri="{0D108BD9-81ED-4DB2-BD59-A6C34878D82A}">
                    <a16:rowId xmlns:a16="http://schemas.microsoft.com/office/drawing/2014/main" val="1574221852"/>
                  </a:ext>
                </a:extLst>
              </a:tr>
              <a:tr h="271992">
                <a:tc>
                  <a:txBody>
                    <a:bodyPr/>
                    <a:lstStyle/>
                    <a:p>
                      <a:r>
                        <a:rPr lang="en-US" b="1" dirty="0"/>
                        <a:t>Output</a:t>
                      </a:r>
                    </a:p>
                  </a:txBody>
                  <a:tcPr/>
                </a:tc>
                <a:tc>
                  <a:txBody>
                    <a:bodyPr/>
                    <a:lstStyle/>
                    <a:p>
                      <a:r>
                        <a:rPr lang="en-US" b="1" dirty="0"/>
                        <a:t>Proposed structure</a:t>
                      </a:r>
                    </a:p>
                  </a:txBody>
                  <a:tcPr/>
                </a:tc>
                <a:extLst>
                  <a:ext uri="{0D108BD9-81ED-4DB2-BD59-A6C34878D82A}">
                    <a16:rowId xmlns:a16="http://schemas.microsoft.com/office/drawing/2014/main" val="1744969850"/>
                  </a:ext>
                </a:extLst>
              </a:tr>
              <a:tr h="271992">
                <a:tc>
                  <a:txBody>
                    <a:bodyPr/>
                    <a:lstStyle/>
                    <a:p>
                      <a:r>
                        <a:rPr lang="en-US" b="1" dirty="0"/>
                        <a:t>Verification</a:t>
                      </a:r>
                    </a:p>
                  </a:txBody>
                  <a:tcPr/>
                </a:tc>
                <a:tc>
                  <a:txBody>
                    <a:bodyPr/>
                    <a:lstStyle/>
                    <a:p>
                      <a:r>
                        <a:rPr lang="en-US" b="1" dirty="0"/>
                        <a:t>Flag risks</a:t>
                      </a:r>
                    </a:p>
                  </a:txBody>
                  <a:tcPr/>
                </a:tc>
                <a:extLst>
                  <a:ext uri="{0D108BD9-81ED-4DB2-BD59-A6C34878D82A}">
                    <a16:rowId xmlns:a16="http://schemas.microsoft.com/office/drawing/2014/main" val="929606518"/>
                  </a:ext>
                </a:extLst>
              </a:tr>
            </a:tbl>
          </a:graphicData>
        </a:graphic>
      </p:graphicFrame>
    </p:spTree>
    <p:extLst>
      <p:ext uri="{BB962C8B-B14F-4D97-AF65-F5344CB8AC3E}">
        <p14:creationId xmlns:p14="http://schemas.microsoft.com/office/powerpoint/2010/main" val="104194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F3154-7FA7-42A6-0997-32A0F63E1B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9341A-C0E0-A7CB-CBF3-871822244450}"/>
              </a:ext>
            </a:extLst>
          </p:cNvPr>
          <p:cNvSpPr>
            <a:spLocks noGrp="1"/>
          </p:cNvSpPr>
          <p:nvPr>
            <p:ph type="title"/>
          </p:nvPr>
        </p:nvSpPr>
        <p:spPr/>
        <p:txBody>
          <a:bodyPr>
            <a:normAutofit fontScale="90000"/>
          </a:bodyPr>
          <a:lstStyle/>
          <a:p>
            <a:r>
              <a:rPr lang="en-US" dirty="0"/>
              <a:t>Real Example: This Presentation Was Built in Stages!</a:t>
            </a:r>
          </a:p>
        </p:txBody>
      </p:sp>
      <p:sp>
        <p:nvSpPr>
          <p:cNvPr id="4" name="Slide Number Placeholder 3">
            <a:extLst>
              <a:ext uri="{FF2B5EF4-FFF2-40B4-BE49-F238E27FC236}">
                <a16:creationId xmlns:a16="http://schemas.microsoft.com/office/drawing/2014/main" id="{3A480F16-E522-0D87-3DD3-A73D528051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D10D5B63-0AC1-1BEB-31EC-EAF5BEA5186E}"/>
              </a:ext>
            </a:extLst>
          </p:cNvPr>
          <p:cNvSpPr>
            <a:spLocks noGrp="1"/>
          </p:cNvSpPr>
          <p:nvPr>
            <p:ph idx="1"/>
          </p:nvPr>
        </p:nvSpPr>
        <p:spPr/>
        <p:txBody>
          <a:bodyPr>
            <a:normAutofit/>
          </a:bodyPr>
          <a:lstStyle/>
          <a:p>
            <a:pPr marL="457200" indent="-457200">
              <a:buFont typeface="+mj-lt"/>
              <a:buAutoNum type="arabicPeriod"/>
            </a:pPr>
            <a:r>
              <a:rPr lang="en-US" sz="2400" b="1" dirty="0"/>
              <a:t>Research Prompt</a:t>
            </a:r>
          </a:p>
          <a:p>
            <a:pPr marL="457200" indent="-457200">
              <a:buFont typeface="+mj-lt"/>
              <a:buAutoNum type="arabicPeriod"/>
            </a:pPr>
            <a:r>
              <a:rPr lang="en-US" sz="2400" b="1" dirty="0"/>
              <a:t>Context Prompt</a:t>
            </a:r>
          </a:p>
          <a:p>
            <a:pPr marL="457200" indent="-457200">
              <a:buFont typeface="+mj-lt"/>
              <a:buAutoNum type="arabicPeriod"/>
            </a:pPr>
            <a:r>
              <a:rPr lang="en-US" sz="2400" b="1" dirty="0"/>
              <a:t>Slide Layout Planning</a:t>
            </a:r>
          </a:p>
          <a:p>
            <a:pPr marL="457200" indent="-457200">
              <a:buFont typeface="+mj-lt"/>
              <a:buAutoNum type="arabicPeriod"/>
            </a:pPr>
            <a:r>
              <a:rPr lang="en-US" sz="2400" b="1" dirty="0"/>
              <a:t>Build Slides</a:t>
            </a:r>
          </a:p>
          <a:p>
            <a:pPr marL="457200" indent="-457200">
              <a:buFont typeface="+mj-lt"/>
              <a:buAutoNum type="arabicPeriod"/>
            </a:pPr>
            <a:r>
              <a:rPr lang="en-US" sz="2400" b="1" dirty="0"/>
              <a:t>Verification</a:t>
            </a:r>
          </a:p>
          <a:p>
            <a:pPr marL="457200" indent="-457200">
              <a:buFont typeface="+mj-lt"/>
              <a:buAutoNum type="arabicPeriod"/>
            </a:pPr>
            <a:r>
              <a:rPr lang="en-US" sz="2400" b="1" dirty="0"/>
              <a:t>Refinement</a:t>
            </a:r>
          </a:p>
        </p:txBody>
      </p:sp>
      <p:sp>
        <p:nvSpPr>
          <p:cNvPr id="10" name="TextBox 9">
            <a:extLst>
              <a:ext uri="{FF2B5EF4-FFF2-40B4-BE49-F238E27FC236}">
                <a16:creationId xmlns:a16="http://schemas.microsoft.com/office/drawing/2014/main" id="{3806A2FF-EFB9-7104-215A-B7F532F99235}"/>
              </a:ext>
            </a:extLst>
          </p:cNvPr>
          <p:cNvSpPr txBox="1"/>
          <p:nvPr/>
        </p:nvSpPr>
        <p:spPr>
          <a:xfrm>
            <a:off x="3048828" y="3244334"/>
            <a:ext cx="6097656" cy="369332"/>
          </a:xfrm>
          <a:prstGeom prst="rect">
            <a:avLst/>
          </a:prstGeom>
          <a:noFill/>
        </p:spPr>
        <p:txBody>
          <a:bodyPr wrap="square">
            <a:spAutoFit/>
          </a:bodyPr>
          <a:lstStyle/>
          <a:p>
            <a:endParaRPr lang="en-US" dirty="0"/>
          </a:p>
        </p:txBody>
      </p:sp>
      <p:pic>
        <p:nvPicPr>
          <p:cNvPr id="12" name="Picture 11">
            <a:extLst>
              <a:ext uri="{FF2B5EF4-FFF2-40B4-BE49-F238E27FC236}">
                <a16:creationId xmlns:a16="http://schemas.microsoft.com/office/drawing/2014/main" id="{FB819B7E-0433-90EA-FE17-8A062DE128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17778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15B7C-8C6C-EC16-0BFE-613C2246C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0F936-05AB-9636-3DE6-2519703C3A53}"/>
              </a:ext>
            </a:extLst>
          </p:cNvPr>
          <p:cNvSpPr>
            <a:spLocks noGrp="1"/>
          </p:cNvSpPr>
          <p:nvPr>
            <p:ph type="title"/>
          </p:nvPr>
        </p:nvSpPr>
        <p:spPr/>
        <p:txBody>
          <a:bodyPr/>
          <a:lstStyle/>
          <a:p>
            <a:r>
              <a:rPr lang="en-US" dirty="0"/>
              <a:t>Verification: Do Not Outsource Judgment</a:t>
            </a:r>
          </a:p>
        </p:txBody>
      </p:sp>
      <p:sp>
        <p:nvSpPr>
          <p:cNvPr id="4" name="Slide Number Placeholder 3">
            <a:extLst>
              <a:ext uri="{FF2B5EF4-FFF2-40B4-BE49-F238E27FC236}">
                <a16:creationId xmlns:a16="http://schemas.microsoft.com/office/drawing/2014/main" id="{A9B5B4D2-FFB9-7E66-D7DA-B41154A167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D69B6821-60A1-C0AB-5088-B0077C0BAB4A}"/>
              </a:ext>
            </a:extLst>
          </p:cNvPr>
          <p:cNvSpPr>
            <a:spLocks noGrp="1"/>
          </p:cNvSpPr>
          <p:nvPr>
            <p:ph idx="1"/>
          </p:nvPr>
        </p:nvSpPr>
        <p:spPr>
          <a:xfrm>
            <a:off x="609600" y="1066803"/>
            <a:ext cx="5486400" cy="5059363"/>
          </a:xfrm>
        </p:spPr>
        <p:txBody>
          <a:bodyPr>
            <a:normAutofit/>
          </a:bodyPr>
          <a:lstStyle/>
          <a:p>
            <a:pPr marL="0" indent="0">
              <a:lnSpc>
                <a:spcPct val="150000"/>
              </a:lnSpc>
              <a:buNone/>
            </a:pPr>
            <a:r>
              <a:rPr lang="en-US" sz="3400" b="1" u="sng" dirty="0"/>
              <a:t>Check</a:t>
            </a:r>
          </a:p>
          <a:p>
            <a:pPr marL="0" indent="0">
              <a:lnSpc>
                <a:spcPct val="150000"/>
              </a:lnSpc>
              <a:buNone/>
            </a:pPr>
            <a:r>
              <a:rPr lang="en-US" b="1" dirty="0"/>
              <a:t>Source</a:t>
            </a:r>
          </a:p>
          <a:p>
            <a:pPr marL="0" indent="0">
              <a:lnSpc>
                <a:spcPct val="150000"/>
              </a:lnSpc>
              <a:buNone/>
            </a:pPr>
            <a:r>
              <a:rPr lang="en-US" b="1" dirty="0"/>
              <a:t>Assumptions</a:t>
            </a:r>
          </a:p>
          <a:p>
            <a:pPr marL="0" indent="0">
              <a:lnSpc>
                <a:spcPct val="150000"/>
              </a:lnSpc>
              <a:buNone/>
            </a:pPr>
            <a:r>
              <a:rPr lang="en-US" b="1" dirty="0"/>
              <a:t>Scope</a:t>
            </a:r>
          </a:p>
          <a:p>
            <a:pPr marL="0" indent="0">
              <a:lnSpc>
                <a:spcPct val="150000"/>
              </a:lnSpc>
              <a:buNone/>
            </a:pPr>
            <a:r>
              <a:rPr lang="en-US" b="1" dirty="0"/>
              <a:t>Evidence</a:t>
            </a:r>
          </a:p>
          <a:p>
            <a:pPr marL="0" indent="0">
              <a:lnSpc>
                <a:spcPct val="150000"/>
              </a:lnSpc>
              <a:buNone/>
            </a:pPr>
            <a:r>
              <a:rPr lang="en-US" b="1" dirty="0"/>
              <a:t>Usefulness</a:t>
            </a:r>
          </a:p>
        </p:txBody>
      </p:sp>
      <p:sp>
        <p:nvSpPr>
          <p:cNvPr id="3" name="Content Placeholder 5">
            <a:extLst>
              <a:ext uri="{FF2B5EF4-FFF2-40B4-BE49-F238E27FC236}">
                <a16:creationId xmlns:a16="http://schemas.microsoft.com/office/drawing/2014/main" id="{80BB8F64-661F-4767-1883-43EAA3846204}"/>
              </a:ext>
            </a:extLst>
          </p:cNvPr>
          <p:cNvSpPr txBox="1">
            <a:spLocks/>
          </p:cNvSpPr>
          <p:nvPr/>
        </p:nvSpPr>
        <p:spPr>
          <a:xfrm>
            <a:off x="6096000" y="1066802"/>
            <a:ext cx="5486400" cy="50593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6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sz="3400" b="1" u="sng" dirty="0"/>
              <a:t>Question</a:t>
            </a:r>
          </a:p>
          <a:p>
            <a:pPr marL="0" indent="0">
              <a:lnSpc>
                <a:spcPct val="150000"/>
              </a:lnSpc>
              <a:buNone/>
            </a:pPr>
            <a:r>
              <a:rPr lang="en-US" b="1" dirty="0"/>
              <a:t>Is this from the source?</a:t>
            </a:r>
          </a:p>
          <a:p>
            <a:pPr marL="0" indent="0">
              <a:lnSpc>
                <a:spcPct val="150000"/>
              </a:lnSpc>
              <a:buNone/>
            </a:pPr>
            <a:r>
              <a:rPr lang="en-US" b="1" dirty="0"/>
              <a:t>What are the assumptions?</a:t>
            </a:r>
          </a:p>
          <a:p>
            <a:pPr marL="0" indent="0">
              <a:lnSpc>
                <a:spcPct val="150000"/>
              </a:lnSpc>
              <a:buNone/>
            </a:pPr>
            <a:r>
              <a:rPr lang="en-US" b="1" dirty="0"/>
              <a:t>Did it complete the task?</a:t>
            </a:r>
          </a:p>
          <a:p>
            <a:pPr marL="0" indent="0">
              <a:lnSpc>
                <a:spcPct val="150000"/>
              </a:lnSpc>
              <a:buNone/>
            </a:pPr>
            <a:r>
              <a:rPr lang="en-US" b="1" dirty="0"/>
              <a:t>Are claims supported?</a:t>
            </a:r>
          </a:p>
          <a:p>
            <a:pPr marL="0" indent="0">
              <a:lnSpc>
                <a:spcPct val="150000"/>
              </a:lnSpc>
              <a:buNone/>
            </a:pPr>
            <a:r>
              <a:rPr lang="en-US" b="1" dirty="0"/>
              <a:t>Is the output useful?</a:t>
            </a:r>
          </a:p>
        </p:txBody>
      </p:sp>
    </p:spTree>
    <p:extLst>
      <p:ext uri="{BB962C8B-B14F-4D97-AF65-F5344CB8AC3E}">
        <p14:creationId xmlns:p14="http://schemas.microsoft.com/office/powerpoint/2010/main" val="1078360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CA59F-97A3-2B13-B99F-BA5151EA4B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D3CC9-1F41-7D9E-329F-5A77A6B7469A}"/>
              </a:ext>
            </a:extLst>
          </p:cNvPr>
          <p:cNvSpPr>
            <a:spLocks noGrp="1"/>
          </p:cNvSpPr>
          <p:nvPr>
            <p:ph type="title"/>
          </p:nvPr>
        </p:nvSpPr>
        <p:spPr/>
        <p:txBody>
          <a:bodyPr/>
          <a:lstStyle/>
          <a:p>
            <a:r>
              <a:rPr lang="en-US" dirty="0"/>
              <a:t>References</a:t>
            </a:r>
          </a:p>
        </p:txBody>
      </p:sp>
      <p:sp>
        <p:nvSpPr>
          <p:cNvPr id="4" name="Slide Number Placeholder 3">
            <a:extLst>
              <a:ext uri="{FF2B5EF4-FFF2-40B4-BE49-F238E27FC236}">
                <a16:creationId xmlns:a16="http://schemas.microsoft.com/office/drawing/2014/main" id="{CC53FF55-B87C-4294-F940-EA3B5D364E3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1556612F-0731-96ED-BFE6-215B206C676D}"/>
              </a:ext>
            </a:extLst>
          </p:cNvPr>
          <p:cNvSpPr>
            <a:spLocks noGrp="1"/>
          </p:cNvSpPr>
          <p:nvPr>
            <p:ph idx="1"/>
          </p:nvPr>
        </p:nvSpPr>
        <p:spPr/>
        <p:txBody>
          <a:bodyPr>
            <a:normAutofit/>
          </a:bodyPr>
          <a:lstStyle/>
          <a:p>
            <a:r>
              <a:rPr lang="en-US" sz="2400" dirty="0"/>
              <a:t>OpenAI. (2026, April 10). </a:t>
            </a:r>
            <a:r>
              <a:rPr lang="en-US" sz="2400" i="1" dirty="0"/>
              <a:t>Prompting fundamentals</a:t>
            </a:r>
            <a:r>
              <a:rPr lang="en-US" sz="2400" dirty="0"/>
              <a:t>. OpenAI Academy. </a:t>
            </a:r>
          </a:p>
          <a:p>
            <a:r>
              <a:rPr lang="en-US" sz="2400" dirty="0"/>
              <a:t>Anthropic. (n.d.). </a:t>
            </a:r>
            <a:r>
              <a:rPr lang="en-US" sz="2400" i="1" dirty="0"/>
              <a:t>Prompting best practices</a:t>
            </a:r>
            <a:r>
              <a:rPr lang="en-US" sz="2400" dirty="0"/>
              <a:t>. Claude API Docs. </a:t>
            </a:r>
          </a:p>
          <a:p>
            <a:r>
              <a:rPr lang="en-US" sz="2400" dirty="0"/>
              <a:t>Google Cloud. (2026, June 23). </a:t>
            </a:r>
            <a:r>
              <a:rPr lang="en-US" sz="2400" i="1" dirty="0"/>
              <a:t>Overview of prompting strategies</a:t>
            </a:r>
            <a:r>
              <a:rPr lang="en-US" sz="2400" dirty="0"/>
              <a:t>. Gemini Enterprise Agent Platform Documentation.</a:t>
            </a:r>
          </a:p>
        </p:txBody>
      </p:sp>
    </p:spTree>
    <p:extLst>
      <p:ext uri="{BB962C8B-B14F-4D97-AF65-F5344CB8AC3E}">
        <p14:creationId xmlns:p14="http://schemas.microsoft.com/office/powerpoint/2010/main" val="295928971"/>
      </p:ext>
    </p:extLst>
  </p:cSld>
  <p:clrMapOvr>
    <a:masterClrMapping/>
  </p:clrMapOvr>
</p:sld>
</file>

<file path=ppt/theme/theme1.xml><?xml version="1.0" encoding="utf-8"?>
<a:theme xmlns:a="http://schemas.openxmlformats.org/drawingml/2006/main" name="1_Office Theme">
  <a:themeElements>
    <a:clrScheme name="Custom 4">
      <a:dk1>
        <a:sysClr val="windowText" lastClr="000000"/>
      </a:dk1>
      <a:lt1>
        <a:sysClr val="window" lastClr="FFFFFF"/>
      </a:lt1>
      <a:dk2>
        <a:srgbClr val="1F497D"/>
      </a:dk2>
      <a:lt2>
        <a:srgbClr val="EEECE1"/>
      </a:lt2>
      <a:accent1>
        <a:srgbClr val="A60F2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wrap="square" lIns="91440" tIns="45720" rIns="91440" bIns="45720" rtlCol="0">
        <a:spAutoFit/>
      </a:bodyPr>
      <a:lstStyle>
        <a:defPPr>
          <a:defRPr sz="2000" i="1"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1680</TotalTime>
  <Words>1615</Words>
  <Application>Microsoft Office PowerPoint</Application>
  <PresentationFormat>Widescreen</PresentationFormat>
  <Paragraphs>229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1_Office Theme</vt:lpstr>
      <vt:lpstr>Seminar: Asking AI Better Questions</vt:lpstr>
      <vt:lpstr>The Current Problem</vt:lpstr>
      <vt:lpstr>What Goes Wrong</vt:lpstr>
      <vt:lpstr>Prompting Is Not Magic</vt:lpstr>
      <vt:lpstr>A Practical Prompt Checklist</vt:lpstr>
      <vt:lpstr>Before and After Examples</vt:lpstr>
      <vt:lpstr>Research Use Case 1: Literature</vt:lpstr>
      <vt:lpstr>Research Use Case 2: Writing</vt:lpstr>
      <vt:lpstr>Research Use Case 3: Coding / Methods</vt:lpstr>
      <vt:lpstr>Real Example: This Presentation Was Built in Stages!</vt:lpstr>
      <vt:lpstr>Verification: Do Not Outsource Judgment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Kim</dc:creator>
  <cp:lastModifiedBy>Eric Kim</cp:lastModifiedBy>
  <cp:revision>1</cp:revision>
  <dcterms:created xsi:type="dcterms:W3CDTF">2025-12-10T04:47:16Z</dcterms:created>
  <dcterms:modified xsi:type="dcterms:W3CDTF">2026-06-24T20:10:21Z</dcterms:modified>
</cp:coreProperties>
</file>